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7.xml" ContentType="application/vnd.openxmlformats-officedocument.theme+xml"/>
  <Override PartName="/ppt/slideLayouts/slideLayout35.xml" ContentType="application/vnd.openxmlformats-officedocument.presentationml.slideLayout+xml"/>
  <Override PartName="/ppt/theme/theme8.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9.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10.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11.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2.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3.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14.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 id="2147483667" r:id="rId5"/>
    <p:sldMasterId id="2147483672" r:id="rId6"/>
    <p:sldMasterId id="2147483706" r:id="rId7"/>
    <p:sldMasterId id="2147483685" r:id="rId8"/>
    <p:sldMasterId id="2147483690" r:id="rId9"/>
    <p:sldMasterId id="2147483697" r:id="rId10"/>
    <p:sldMasterId id="2147483800" r:id="rId11"/>
    <p:sldMasterId id="2147483810" r:id="rId12"/>
    <p:sldMasterId id="2147483973" r:id="rId13"/>
    <p:sldMasterId id="2147483857" r:id="rId14"/>
    <p:sldMasterId id="2147483892" r:id="rId15"/>
    <p:sldMasterId id="2147483930" r:id="rId16"/>
    <p:sldMasterId id="2147483963" r:id="rId17"/>
    <p:sldMasterId id="2147483660" r:id="rId18"/>
  </p:sldMasterIdLst>
  <p:notesMasterIdLst>
    <p:notesMasterId r:id="rId46"/>
  </p:notesMasterIdLst>
  <p:sldIdLst>
    <p:sldId id="256" r:id="rId19"/>
    <p:sldId id="1195" r:id="rId20"/>
    <p:sldId id="1196" r:id="rId21"/>
    <p:sldId id="1197" r:id="rId22"/>
    <p:sldId id="1198" r:id="rId23"/>
    <p:sldId id="1199" r:id="rId24"/>
    <p:sldId id="1200" r:id="rId25"/>
    <p:sldId id="1201" r:id="rId26"/>
    <p:sldId id="1202" r:id="rId27"/>
    <p:sldId id="1203" r:id="rId28"/>
    <p:sldId id="1204" r:id="rId29"/>
    <p:sldId id="1205" r:id="rId30"/>
    <p:sldId id="280" r:id="rId31"/>
    <p:sldId id="293" r:id="rId32"/>
    <p:sldId id="294" r:id="rId33"/>
    <p:sldId id="1194" r:id="rId34"/>
    <p:sldId id="296" r:id="rId35"/>
    <p:sldId id="297" r:id="rId36"/>
    <p:sldId id="298" r:id="rId37"/>
    <p:sldId id="1145" r:id="rId38"/>
    <p:sldId id="299" r:id="rId39"/>
    <p:sldId id="1192" r:id="rId40"/>
    <p:sldId id="272" r:id="rId41"/>
    <p:sldId id="1206" r:id="rId42"/>
    <p:sldId id="1207" r:id="rId43"/>
    <p:sldId id="1208" r:id="rId44"/>
    <p:sldId id="120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9DC492B-E97A-472D-92CA-06A6EF570316}">
          <p14:sldIdLst>
            <p14:sldId id="256"/>
            <p14:sldId id="1195"/>
            <p14:sldId id="1196"/>
            <p14:sldId id="1197"/>
            <p14:sldId id="1198"/>
            <p14:sldId id="1199"/>
            <p14:sldId id="1200"/>
            <p14:sldId id="1201"/>
            <p14:sldId id="1202"/>
            <p14:sldId id="1203"/>
            <p14:sldId id="1204"/>
            <p14:sldId id="1205"/>
          </p14:sldIdLst>
        </p14:section>
        <p14:section name="Modules" id="{22594038-62B7-4695-B6E6-3F4E3B827BB7}">
          <p14:sldIdLst>
            <p14:sldId id="280"/>
            <p14:sldId id="293"/>
            <p14:sldId id="294"/>
            <p14:sldId id="1194"/>
            <p14:sldId id="296"/>
            <p14:sldId id="297"/>
            <p14:sldId id="298"/>
            <p14:sldId id="1145"/>
            <p14:sldId id="299"/>
            <p14:sldId id="1192"/>
          </p14:sldIdLst>
        </p14:section>
        <p14:section name="Outro" id="{539EA5DE-40FC-46C3-B494-479EDBD9FB03}">
          <p14:sldIdLst>
            <p14:sldId id="272"/>
            <p14:sldId id="1206"/>
            <p14:sldId id="1207"/>
            <p14:sldId id="1208"/>
            <p14:sldId id="120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ckson, Julie" initials="HJ" lastIdx="3" clrIdx="0">
    <p:extLst>
      <p:ext uri="{19B8F6BF-5375-455C-9EA6-DF929625EA0E}">
        <p15:presenceInfo xmlns:p15="http://schemas.microsoft.com/office/powerpoint/2012/main" userId="S::jhickson@qa.com::6371a209-da09-4ec4-9e26-6b8fffeab3b8" providerId="AD"/>
      </p:ext>
    </p:extLst>
  </p:cmAuthor>
  <p:cmAuthor id="2" name="O'Brien, Richard" initials="OR" lastIdx="1" clrIdx="1">
    <p:extLst>
      <p:ext uri="{19B8F6BF-5375-455C-9EA6-DF929625EA0E}">
        <p15:presenceInfo xmlns:p15="http://schemas.microsoft.com/office/powerpoint/2012/main" userId="S::robrien@qa.com::b2466428-2ec8-41f5-966f-ee8c253457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1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91228" autoAdjust="0"/>
  </p:normalViewPr>
  <p:slideViewPr>
    <p:cSldViewPr snapToGrid="0">
      <p:cViewPr varScale="1">
        <p:scale>
          <a:sx n="98" d="100"/>
          <a:sy n="98" d="100"/>
        </p:scale>
        <p:origin x="108" y="21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slide" Target="slides/slide27.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hyperlink" Target="mailto:virtual.learningteam@qa.com"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mailto:virtual.learningteam@qa.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64AE91-5DDF-40BF-8304-7D439F80E9F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GB"/>
        </a:p>
      </dgm:t>
    </dgm:pt>
    <dgm:pt modelId="{6C81B655-DE11-4D94-AA86-CDB94581204E}">
      <dgm:prSet custT="1"/>
      <dgm:spPr/>
      <dgm:t>
        <a:bodyPr/>
        <a:lstStyle/>
        <a:p>
          <a:r>
            <a:rPr lang="en-GB" sz="2000" dirty="0"/>
            <a:t>If </a:t>
          </a:r>
          <a:r>
            <a:rPr lang="en-GB" sz="2000" b="1" dirty="0"/>
            <a:t>I</a:t>
          </a:r>
          <a:r>
            <a:rPr lang="en-GB" sz="2000" dirty="0"/>
            <a:t> disconnect:</a:t>
          </a:r>
        </a:p>
      </dgm:t>
    </dgm:pt>
    <dgm:pt modelId="{21DF2766-CD90-419A-88EC-DC189E20DBD8}" type="parTrans" cxnId="{44DA40A9-02AA-4C8A-9DC9-23D7BAB2E02A}">
      <dgm:prSet/>
      <dgm:spPr/>
      <dgm:t>
        <a:bodyPr/>
        <a:lstStyle/>
        <a:p>
          <a:endParaRPr lang="en-GB" sz="1400"/>
        </a:p>
      </dgm:t>
    </dgm:pt>
    <dgm:pt modelId="{34165A07-7892-40BF-9289-3B16800CAD07}" type="sibTrans" cxnId="{44DA40A9-02AA-4C8A-9DC9-23D7BAB2E02A}">
      <dgm:prSet/>
      <dgm:spPr/>
      <dgm:t>
        <a:bodyPr/>
        <a:lstStyle/>
        <a:p>
          <a:endParaRPr lang="en-GB" sz="1400"/>
        </a:p>
      </dgm:t>
    </dgm:pt>
    <dgm:pt modelId="{196BC605-4F05-4FE8-9F3D-B2BD6613797E}">
      <dgm:prSet custT="1"/>
      <dgm:spPr/>
      <dgm:t>
        <a:bodyPr/>
        <a:lstStyle/>
        <a:p>
          <a:pPr>
            <a:lnSpc>
              <a:spcPct val="100000"/>
            </a:lnSpc>
            <a:spcAft>
              <a:spcPts val="600"/>
            </a:spcAft>
          </a:pPr>
          <a:r>
            <a:rPr lang="en-GB" sz="1600" dirty="0"/>
            <a:t>One of you will automatically become the host and when I return, I’ll resume the course.</a:t>
          </a:r>
        </a:p>
      </dgm:t>
    </dgm:pt>
    <dgm:pt modelId="{BB070F23-ED46-4C1D-8BE6-5E487F930B27}" type="parTrans" cxnId="{7C707ED7-8062-49BF-BFEB-0E6766D5976F}">
      <dgm:prSet/>
      <dgm:spPr/>
      <dgm:t>
        <a:bodyPr/>
        <a:lstStyle/>
        <a:p>
          <a:endParaRPr lang="en-GB" sz="1400"/>
        </a:p>
      </dgm:t>
    </dgm:pt>
    <dgm:pt modelId="{C09F90BE-4169-4D0A-88A4-FE7703900FA1}" type="sibTrans" cxnId="{7C707ED7-8062-49BF-BFEB-0E6766D5976F}">
      <dgm:prSet/>
      <dgm:spPr/>
      <dgm:t>
        <a:bodyPr/>
        <a:lstStyle/>
        <a:p>
          <a:endParaRPr lang="en-GB" sz="1400"/>
        </a:p>
      </dgm:t>
    </dgm:pt>
    <dgm:pt modelId="{9484BFD1-F900-4328-9E2B-27315B3F41AF}">
      <dgm:prSet custT="1"/>
      <dgm:spPr/>
      <dgm:t>
        <a:bodyPr/>
        <a:lstStyle/>
        <a:p>
          <a:pPr>
            <a:lnSpc>
              <a:spcPct val="100000"/>
            </a:lnSpc>
            <a:spcAft>
              <a:spcPts val="600"/>
            </a:spcAft>
          </a:pPr>
          <a:r>
            <a:rPr lang="en-GB" sz="1600" dirty="0"/>
            <a:t>Please don’t leave the session.</a:t>
          </a:r>
        </a:p>
      </dgm:t>
    </dgm:pt>
    <dgm:pt modelId="{7AC3C6B5-47CC-48AD-B255-6E0C9720F07E}" type="parTrans" cxnId="{5DD2C4FE-5456-433A-B5A3-ABB644AB07BC}">
      <dgm:prSet/>
      <dgm:spPr/>
      <dgm:t>
        <a:bodyPr/>
        <a:lstStyle/>
        <a:p>
          <a:endParaRPr lang="en-GB" sz="1400"/>
        </a:p>
      </dgm:t>
    </dgm:pt>
    <dgm:pt modelId="{B57B3632-BDCA-431F-A4A3-643AAD3A1ED5}" type="sibTrans" cxnId="{5DD2C4FE-5456-433A-B5A3-ABB644AB07BC}">
      <dgm:prSet/>
      <dgm:spPr/>
      <dgm:t>
        <a:bodyPr/>
        <a:lstStyle/>
        <a:p>
          <a:endParaRPr lang="en-GB" sz="1400"/>
        </a:p>
      </dgm:t>
    </dgm:pt>
    <dgm:pt modelId="{0370BE76-C1FF-44F8-B24E-B41EED97AA30}">
      <dgm:prSet custT="1"/>
      <dgm:spPr/>
      <dgm:t>
        <a:bodyPr/>
        <a:lstStyle/>
        <a:p>
          <a:r>
            <a:rPr lang="en-GB" sz="2000" dirty="0"/>
            <a:t>If </a:t>
          </a:r>
          <a:r>
            <a:rPr lang="en-GB" sz="2000" b="1" dirty="0"/>
            <a:t>you</a:t>
          </a:r>
          <a:r>
            <a:rPr lang="en-GB" sz="2000" dirty="0"/>
            <a:t> disconnect:</a:t>
          </a:r>
        </a:p>
      </dgm:t>
    </dgm:pt>
    <dgm:pt modelId="{846EA7B0-26A6-4787-9BE1-9CC1F1C7BB76}" type="parTrans" cxnId="{B954C028-2AE5-4B1E-91BA-476A5DDE3260}">
      <dgm:prSet/>
      <dgm:spPr/>
      <dgm:t>
        <a:bodyPr/>
        <a:lstStyle/>
        <a:p>
          <a:endParaRPr lang="en-GB" sz="1400"/>
        </a:p>
      </dgm:t>
    </dgm:pt>
    <dgm:pt modelId="{2B5FBF93-8E81-4E1E-B063-82B2F08493E3}" type="sibTrans" cxnId="{B954C028-2AE5-4B1E-91BA-476A5DDE3260}">
      <dgm:prSet/>
      <dgm:spPr/>
      <dgm:t>
        <a:bodyPr/>
        <a:lstStyle/>
        <a:p>
          <a:endParaRPr lang="en-GB" sz="1400"/>
        </a:p>
      </dgm:t>
    </dgm:pt>
    <dgm:pt modelId="{EF47DCA2-F377-4F6A-9095-388D34677072}">
      <dgm:prSet custT="1"/>
      <dgm:spPr/>
      <dgm:t>
        <a:bodyPr/>
        <a:lstStyle/>
        <a:p>
          <a:pPr>
            <a:lnSpc>
              <a:spcPct val="100000"/>
            </a:lnSpc>
            <a:spcAft>
              <a:spcPts val="600"/>
            </a:spcAft>
          </a:pPr>
          <a:r>
            <a:rPr lang="en-GB" sz="1600" dirty="0"/>
            <a:t>Don’t panic!</a:t>
          </a:r>
        </a:p>
      </dgm:t>
    </dgm:pt>
    <dgm:pt modelId="{0B9A878F-B92B-4870-9702-2E83CDF81400}" type="parTrans" cxnId="{3726CD19-5F8E-4548-9790-0C047830EDAF}">
      <dgm:prSet/>
      <dgm:spPr/>
      <dgm:t>
        <a:bodyPr/>
        <a:lstStyle/>
        <a:p>
          <a:endParaRPr lang="en-GB" sz="1400"/>
        </a:p>
      </dgm:t>
    </dgm:pt>
    <dgm:pt modelId="{2C76DD8E-B458-49B0-B361-C3E0212CF226}" type="sibTrans" cxnId="{3726CD19-5F8E-4548-9790-0C047830EDAF}">
      <dgm:prSet/>
      <dgm:spPr/>
      <dgm:t>
        <a:bodyPr/>
        <a:lstStyle/>
        <a:p>
          <a:endParaRPr lang="en-GB" sz="1400"/>
        </a:p>
      </dgm:t>
    </dgm:pt>
    <dgm:pt modelId="{79833372-CDFC-4CD0-8203-421FC18A360A}">
      <dgm:prSet custT="1"/>
      <dgm:spPr/>
      <dgm:t>
        <a:bodyPr/>
        <a:lstStyle/>
        <a:p>
          <a:pPr>
            <a:lnSpc>
              <a:spcPct val="100000"/>
            </a:lnSpc>
            <a:spcAft>
              <a:spcPts val="600"/>
            </a:spcAft>
          </a:pPr>
          <a:r>
            <a:rPr lang="en-GB" sz="1600" dirty="0"/>
            <a:t>Re-join using your link.</a:t>
          </a:r>
        </a:p>
      </dgm:t>
    </dgm:pt>
    <dgm:pt modelId="{AB2458B9-7ED5-4966-9DD4-2F29ACA0B3EF}" type="parTrans" cxnId="{03707FF5-6ED9-4C80-A09F-40AC8D9308FA}">
      <dgm:prSet/>
      <dgm:spPr/>
      <dgm:t>
        <a:bodyPr/>
        <a:lstStyle/>
        <a:p>
          <a:endParaRPr lang="en-GB" sz="1400"/>
        </a:p>
      </dgm:t>
    </dgm:pt>
    <dgm:pt modelId="{1CA21350-4F71-4332-A1BE-1CB754A67A85}" type="sibTrans" cxnId="{03707FF5-6ED9-4C80-A09F-40AC8D9308FA}">
      <dgm:prSet/>
      <dgm:spPr/>
      <dgm:t>
        <a:bodyPr/>
        <a:lstStyle/>
        <a:p>
          <a:endParaRPr lang="en-GB" sz="1400"/>
        </a:p>
      </dgm:t>
    </dgm:pt>
    <dgm:pt modelId="{B5028F94-7F32-4405-A915-E9B977B39A47}">
      <dgm:prSet custT="1"/>
      <dgm:spPr/>
      <dgm:t>
        <a:bodyPr/>
        <a:lstStyle/>
        <a:p>
          <a:r>
            <a:rPr lang="en-GB" sz="2000" dirty="0"/>
            <a:t>Contact:</a:t>
          </a:r>
        </a:p>
      </dgm:t>
    </dgm:pt>
    <dgm:pt modelId="{00E270D3-64CD-41ED-B83D-8F040315ACA2}" type="parTrans" cxnId="{ECFDCD9D-E6B7-44A9-B11B-1746CFECC3AB}">
      <dgm:prSet/>
      <dgm:spPr/>
      <dgm:t>
        <a:bodyPr/>
        <a:lstStyle/>
        <a:p>
          <a:endParaRPr lang="en-GB" sz="1400"/>
        </a:p>
      </dgm:t>
    </dgm:pt>
    <dgm:pt modelId="{FF5DBABB-1868-4333-B64C-BFA7C5167AAA}" type="sibTrans" cxnId="{ECFDCD9D-E6B7-44A9-B11B-1746CFECC3AB}">
      <dgm:prSet/>
      <dgm:spPr/>
      <dgm:t>
        <a:bodyPr/>
        <a:lstStyle/>
        <a:p>
          <a:endParaRPr lang="en-GB" sz="1400"/>
        </a:p>
      </dgm:t>
    </dgm:pt>
    <dgm:pt modelId="{F84C8919-7673-449F-8AB8-417992BC7266}">
      <dgm:prSet custT="1"/>
      <dgm:spPr/>
      <dgm:t>
        <a:bodyPr/>
        <a:lstStyle/>
        <a:p>
          <a:pPr>
            <a:lnSpc>
              <a:spcPct val="100000"/>
            </a:lnSpc>
            <a:spcAft>
              <a:spcPts val="600"/>
            </a:spcAft>
          </a:pPr>
          <a:r>
            <a:rPr lang="en-GB" sz="1600" noProof="0" dirty="0">
              <a:hlinkClick xmlns:r="http://schemas.openxmlformats.org/officeDocument/2006/relationships" r:id="rId1"/>
            </a:rPr>
            <a:t>virtual.learningteam@qa.com</a:t>
          </a:r>
          <a:endParaRPr lang="en-GB" sz="1600" dirty="0"/>
        </a:p>
      </dgm:t>
    </dgm:pt>
    <dgm:pt modelId="{EA0F06FD-32D3-4962-B7BA-A728D4F8AA03}" type="parTrans" cxnId="{9149C0AA-0713-4CF2-B5A5-A351B18873C4}">
      <dgm:prSet/>
      <dgm:spPr/>
      <dgm:t>
        <a:bodyPr/>
        <a:lstStyle/>
        <a:p>
          <a:endParaRPr lang="en-GB" sz="1400"/>
        </a:p>
      </dgm:t>
    </dgm:pt>
    <dgm:pt modelId="{759AAD91-A393-4031-85F9-86387425D171}" type="sibTrans" cxnId="{9149C0AA-0713-4CF2-B5A5-A351B18873C4}">
      <dgm:prSet/>
      <dgm:spPr/>
      <dgm:t>
        <a:bodyPr/>
        <a:lstStyle/>
        <a:p>
          <a:endParaRPr lang="en-GB" sz="1400"/>
        </a:p>
      </dgm:t>
    </dgm:pt>
    <dgm:pt modelId="{F0EC0AE1-1F02-4002-A811-FD7A9545F795}">
      <dgm:prSet custT="1"/>
      <dgm:spPr/>
      <dgm:t>
        <a:bodyPr/>
        <a:lstStyle/>
        <a:p>
          <a:pPr>
            <a:lnSpc>
              <a:spcPct val="100000"/>
            </a:lnSpc>
            <a:spcAft>
              <a:spcPts val="600"/>
            </a:spcAft>
          </a:pPr>
          <a:r>
            <a:rPr lang="en-GB" sz="1600" dirty="0"/>
            <a:t>0203 908 2376 </a:t>
          </a:r>
        </a:p>
      </dgm:t>
    </dgm:pt>
    <dgm:pt modelId="{E9C56815-7BC0-4C92-A297-17DE673A1B96}" type="parTrans" cxnId="{2FC44177-0B65-4E3D-8CEE-E10FC204417F}">
      <dgm:prSet/>
      <dgm:spPr/>
      <dgm:t>
        <a:bodyPr/>
        <a:lstStyle/>
        <a:p>
          <a:endParaRPr lang="en-GB" sz="1400"/>
        </a:p>
      </dgm:t>
    </dgm:pt>
    <dgm:pt modelId="{D5A31641-E771-4AEA-9F17-69E24021E0DB}" type="sibTrans" cxnId="{2FC44177-0B65-4E3D-8CEE-E10FC204417F}">
      <dgm:prSet/>
      <dgm:spPr/>
      <dgm:t>
        <a:bodyPr/>
        <a:lstStyle/>
        <a:p>
          <a:endParaRPr lang="en-GB" sz="1400"/>
        </a:p>
      </dgm:t>
    </dgm:pt>
    <dgm:pt modelId="{E19CDA87-5F41-4589-BF48-D2A2FFABD5D1}">
      <dgm:prSet custT="1"/>
      <dgm:spPr/>
      <dgm:t>
        <a:bodyPr/>
        <a:lstStyle/>
        <a:p>
          <a:pPr>
            <a:lnSpc>
              <a:spcPct val="100000"/>
            </a:lnSpc>
            <a:spcAft>
              <a:spcPts val="600"/>
            </a:spcAft>
          </a:pPr>
          <a:r>
            <a:rPr lang="en-GB" sz="1600" b="1" dirty="0"/>
            <a:t>Chat link from your joining email</a:t>
          </a:r>
        </a:p>
      </dgm:t>
    </dgm:pt>
    <dgm:pt modelId="{C11B7A56-0932-47C6-96CC-B2A95DDBD8E5}" type="parTrans" cxnId="{866A767F-2E5C-415D-890A-FFBA24AACF7A}">
      <dgm:prSet/>
      <dgm:spPr/>
      <dgm:t>
        <a:bodyPr/>
        <a:lstStyle/>
        <a:p>
          <a:endParaRPr lang="en-GB"/>
        </a:p>
      </dgm:t>
    </dgm:pt>
    <dgm:pt modelId="{2370B1BC-B798-4A12-BE09-9F2CF249ADBB}" type="sibTrans" cxnId="{866A767F-2E5C-415D-890A-FFBA24AACF7A}">
      <dgm:prSet/>
      <dgm:spPr/>
      <dgm:t>
        <a:bodyPr/>
        <a:lstStyle/>
        <a:p>
          <a:endParaRPr lang="en-GB"/>
        </a:p>
      </dgm:t>
    </dgm:pt>
    <dgm:pt modelId="{49F8B93A-60DE-4DDA-9FE3-E48F3CA1BF53}" type="pres">
      <dgm:prSet presAssocID="{2A64AE91-5DDF-40BF-8304-7D439F80E9F7}" presName="Name0" presStyleCnt="0">
        <dgm:presLayoutVars>
          <dgm:dir/>
          <dgm:animLvl val="lvl"/>
          <dgm:resizeHandles val="exact"/>
        </dgm:presLayoutVars>
      </dgm:prSet>
      <dgm:spPr/>
    </dgm:pt>
    <dgm:pt modelId="{FB7BF2DE-18F6-4C36-8F94-9301A8CEF612}" type="pres">
      <dgm:prSet presAssocID="{6C81B655-DE11-4D94-AA86-CDB94581204E}" presName="linNode" presStyleCnt="0"/>
      <dgm:spPr/>
    </dgm:pt>
    <dgm:pt modelId="{4D7E2065-1616-435B-AF57-F68E00529AE3}" type="pres">
      <dgm:prSet presAssocID="{6C81B655-DE11-4D94-AA86-CDB94581204E}" presName="parentText" presStyleLbl="node1" presStyleIdx="0" presStyleCnt="3" custScaleX="73234" custLinFactNeighborX="-1515" custLinFactNeighborY="-8182">
        <dgm:presLayoutVars>
          <dgm:chMax val="1"/>
          <dgm:bulletEnabled val="1"/>
        </dgm:presLayoutVars>
      </dgm:prSet>
      <dgm:spPr/>
    </dgm:pt>
    <dgm:pt modelId="{880F24D9-3F97-47E3-AB7F-16F31D8F0F6D}" type="pres">
      <dgm:prSet presAssocID="{6C81B655-DE11-4D94-AA86-CDB94581204E}" presName="descendantText" presStyleLbl="alignAccFollowNode1" presStyleIdx="0" presStyleCnt="3" custScaleX="107471" custLinFactNeighborX="8491" custLinFactNeighborY="-3684">
        <dgm:presLayoutVars>
          <dgm:bulletEnabled val="1"/>
        </dgm:presLayoutVars>
      </dgm:prSet>
      <dgm:spPr/>
    </dgm:pt>
    <dgm:pt modelId="{69B02A60-4099-498B-A1A3-D76EEC395B92}" type="pres">
      <dgm:prSet presAssocID="{34165A07-7892-40BF-9289-3B16800CAD07}" presName="sp" presStyleCnt="0"/>
      <dgm:spPr/>
    </dgm:pt>
    <dgm:pt modelId="{7908CCB8-5CE7-4DED-95EF-D9D98BD67333}" type="pres">
      <dgm:prSet presAssocID="{0370BE76-C1FF-44F8-B24E-B41EED97AA30}" presName="linNode" presStyleCnt="0"/>
      <dgm:spPr/>
    </dgm:pt>
    <dgm:pt modelId="{3A284C39-1198-4098-8BFF-970BD414A6F2}" type="pres">
      <dgm:prSet presAssocID="{0370BE76-C1FF-44F8-B24E-B41EED97AA30}" presName="parentText" presStyleLbl="node1" presStyleIdx="1" presStyleCnt="3" custScaleX="75657" custLinFactNeighborX="-1515">
        <dgm:presLayoutVars>
          <dgm:chMax val="1"/>
          <dgm:bulletEnabled val="1"/>
        </dgm:presLayoutVars>
      </dgm:prSet>
      <dgm:spPr/>
    </dgm:pt>
    <dgm:pt modelId="{D94515A7-3682-45ED-A092-B93749948859}" type="pres">
      <dgm:prSet presAssocID="{0370BE76-C1FF-44F8-B24E-B41EED97AA30}" presName="descendantText" presStyleLbl="alignAccFollowNode1" presStyleIdx="1" presStyleCnt="3" custScaleX="107814" custLinFactNeighborX="6132" custLinFactNeighborY="-4696">
        <dgm:presLayoutVars>
          <dgm:bulletEnabled val="1"/>
        </dgm:presLayoutVars>
      </dgm:prSet>
      <dgm:spPr/>
    </dgm:pt>
    <dgm:pt modelId="{E6CBA56A-42BC-40BF-86F7-1887CB7C4ADD}" type="pres">
      <dgm:prSet presAssocID="{2B5FBF93-8E81-4E1E-B063-82B2F08493E3}" presName="sp" presStyleCnt="0"/>
      <dgm:spPr/>
    </dgm:pt>
    <dgm:pt modelId="{CED2A23E-F376-4E48-A242-D51C0A3CB6DE}" type="pres">
      <dgm:prSet presAssocID="{B5028F94-7F32-4405-A915-E9B977B39A47}" presName="linNode" presStyleCnt="0"/>
      <dgm:spPr/>
    </dgm:pt>
    <dgm:pt modelId="{55C38FB3-A1C4-4D99-9C00-43A58BB470EE}" type="pres">
      <dgm:prSet presAssocID="{B5028F94-7F32-4405-A915-E9B977B39A47}" presName="parentText" presStyleLbl="node1" presStyleIdx="2" presStyleCnt="3" custScaleX="76864" custLinFactNeighborX="-1515" custLinFactNeighborY="1579">
        <dgm:presLayoutVars>
          <dgm:chMax val="1"/>
          <dgm:bulletEnabled val="1"/>
        </dgm:presLayoutVars>
      </dgm:prSet>
      <dgm:spPr/>
    </dgm:pt>
    <dgm:pt modelId="{7E61068D-5114-4369-B758-E7D922461EC3}" type="pres">
      <dgm:prSet presAssocID="{B5028F94-7F32-4405-A915-E9B977B39A47}" presName="descendantText" presStyleLbl="alignAccFollowNode1" presStyleIdx="2" presStyleCnt="3" custScaleX="107471" custLinFactNeighborX="6688">
        <dgm:presLayoutVars>
          <dgm:bulletEnabled val="1"/>
        </dgm:presLayoutVars>
      </dgm:prSet>
      <dgm:spPr/>
    </dgm:pt>
  </dgm:ptLst>
  <dgm:cxnLst>
    <dgm:cxn modelId="{E47CA708-7AC4-4D06-B7BF-B043DBA17950}" type="presOf" srcId="{F84C8919-7673-449F-8AB8-417992BC7266}" destId="{7E61068D-5114-4369-B758-E7D922461EC3}" srcOrd="0" destOrd="1" presId="urn:microsoft.com/office/officeart/2005/8/layout/vList5"/>
    <dgm:cxn modelId="{0CAAC814-0FB3-4F33-AA04-26E3ECEA50BE}" type="presOf" srcId="{2A64AE91-5DDF-40BF-8304-7D439F80E9F7}" destId="{49F8B93A-60DE-4DDA-9FE3-E48F3CA1BF53}" srcOrd="0" destOrd="0" presId="urn:microsoft.com/office/officeart/2005/8/layout/vList5"/>
    <dgm:cxn modelId="{3726CD19-5F8E-4548-9790-0C047830EDAF}" srcId="{0370BE76-C1FF-44F8-B24E-B41EED97AA30}" destId="{EF47DCA2-F377-4F6A-9095-388D34677072}" srcOrd="0" destOrd="0" parTransId="{0B9A878F-B92B-4870-9702-2E83CDF81400}" sibTransId="{2C76DD8E-B458-49B0-B361-C3E0212CF226}"/>
    <dgm:cxn modelId="{956FCA1A-3287-42F8-B903-279BBA94D8D4}" type="presOf" srcId="{F0EC0AE1-1F02-4002-A811-FD7A9545F795}" destId="{7E61068D-5114-4369-B758-E7D922461EC3}" srcOrd="0" destOrd="2" presId="urn:microsoft.com/office/officeart/2005/8/layout/vList5"/>
    <dgm:cxn modelId="{B954C028-2AE5-4B1E-91BA-476A5DDE3260}" srcId="{2A64AE91-5DDF-40BF-8304-7D439F80E9F7}" destId="{0370BE76-C1FF-44F8-B24E-B41EED97AA30}" srcOrd="1" destOrd="0" parTransId="{846EA7B0-26A6-4787-9BE1-9CC1F1C7BB76}" sibTransId="{2B5FBF93-8E81-4E1E-B063-82B2F08493E3}"/>
    <dgm:cxn modelId="{7299C735-D877-4E93-8EF3-AC32CC34F4AC}" type="presOf" srcId="{196BC605-4F05-4FE8-9F3D-B2BD6613797E}" destId="{880F24D9-3F97-47E3-AB7F-16F31D8F0F6D}" srcOrd="0" destOrd="0" presId="urn:microsoft.com/office/officeart/2005/8/layout/vList5"/>
    <dgm:cxn modelId="{A220E635-C261-4C26-B1FE-A6D1C6F8CA7B}" type="presOf" srcId="{6C81B655-DE11-4D94-AA86-CDB94581204E}" destId="{4D7E2065-1616-435B-AF57-F68E00529AE3}" srcOrd="0" destOrd="0" presId="urn:microsoft.com/office/officeart/2005/8/layout/vList5"/>
    <dgm:cxn modelId="{1D61A138-6001-41D4-96E8-94199E669E28}" type="presOf" srcId="{EF47DCA2-F377-4F6A-9095-388D34677072}" destId="{D94515A7-3682-45ED-A092-B93749948859}" srcOrd="0" destOrd="0" presId="urn:microsoft.com/office/officeart/2005/8/layout/vList5"/>
    <dgm:cxn modelId="{0B850466-6F7D-46FC-B603-0329C92CDB0C}" type="presOf" srcId="{B5028F94-7F32-4405-A915-E9B977B39A47}" destId="{55C38FB3-A1C4-4D99-9C00-43A58BB470EE}" srcOrd="0" destOrd="0" presId="urn:microsoft.com/office/officeart/2005/8/layout/vList5"/>
    <dgm:cxn modelId="{2FC44177-0B65-4E3D-8CEE-E10FC204417F}" srcId="{B5028F94-7F32-4405-A915-E9B977B39A47}" destId="{F0EC0AE1-1F02-4002-A811-FD7A9545F795}" srcOrd="2" destOrd="0" parTransId="{E9C56815-7BC0-4C92-A297-17DE673A1B96}" sibTransId="{D5A31641-E771-4AEA-9F17-69E24021E0DB}"/>
    <dgm:cxn modelId="{7BECF17E-230B-4BC3-B11F-E48185B8BE82}" type="presOf" srcId="{9484BFD1-F900-4328-9E2B-27315B3F41AF}" destId="{880F24D9-3F97-47E3-AB7F-16F31D8F0F6D}" srcOrd="0" destOrd="1" presId="urn:microsoft.com/office/officeart/2005/8/layout/vList5"/>
    <dgm:cxn modelId="{866A767F-2E5C-415D-890A-FFBA24AACF7A}" srcId="{B5028F94-7F32-4405-A915-E9B977B39A47}" destId="{E19CDA87-5F41-4589-BF48-D2A2FFABD5D1}" srcOrd="0" destOrd="0" parTransId="{C11B7A56-0932-47C6-96CC-B2A95DDBD8E5}" sibTransId="{2370B1BC-B798-4A12-BE09-9F2CF249ADBB}"/>
    <dgm:cxn modelId="{ECFDCD9D-E6B7-44A9-B11B-1746CFECC3AB}" srcId="{2A64AE91-5DDF-40BF-8304-7D439F80E9F7}" destId="{B5028F94-7F32-4405-A915-E9B977B39A47}" srcOrd="2" destOrd="0" parTransId="{00E270D3-64CD-41ED-B83D-8F040315ACA2}" sibTransId="{FF5DBABB-1868-4333-B64C-BFA7C5167AAA}"/>
    <dgm:cxn modelId="{C15CB79F-77A9-45F2-9BEA-3320C38B178F}" type="presOf" srcId="{E19CDA87-5F41-4589-BF48-D2A2FFABD5D1}" destId="{7E61068D-5114-4369-B758-E7D922461EC3}" srcOrd="0" destOrd="0" presId="urn:microsoft.com/office/officeart/2005/8/layout/vList5"/>
    <dgm:cxn modelId="{44DA40A9-02AA-4C8A-9DC9-23D7BAB2E02A}" srcId="{2A64AE91-5DDF-40BF-8304-7D439F80E9F7}" destId="{6C81B655-DE11-4D94-AA86-CDB94581204E}" srcOrd="0" destOrd="0" parTransId="{21DF2766-CD90-419A-88EC-DC189E20DBD8}" sibTransId="{34165A07-7892-40BF-9289-3B16800CAD07}"/>
    <dgm:cxn modelId="{9149C0AA-0713-4CF2-B5A5-A351B18873C4}" srcId="{B5028F94-7F32-4405-A915-E9B977B39A47}" destId="{F84C8919-7673-449F-8AB8-417992BC7266}" srcOrd="1" destOrd="0" parTransId="{EA0F06FD-32D3-4962-B7BA-A728D4F8AA03}" sibTransId="{759AAD91-A393-4031-85F9-86387425D171}"/>
    <dgm:cxn modelId="{7C707ED7-8062-49BF-BFEB-0E6766D5976F}" srcId="{6C81B655-DE11-4D94-AA86-CDB94581204E}" destId="{196BC605-4F05-4FE8-9F3D-B2BD6613797E}" srcOrd="0" destOrd="0" parTransId="{BB070F23-ED46-4C1D-8BE6-5E487F930B27}" sibTransId="{C09F90BE-4169-4D0A-88A4-FE7703900FA1}"/>
    <dgm:cxn modelId="{6319B3EB-3B29-4F22-8D91-CAB3C9BBFA7E}" type="presOf" srcId="{0370BE76-C1FF-44F8-B24E-B41EED97AA30}" destId="{3A284C39-1198-4098-8BFF-970BD414A6F2}" srcOrd="0" destOrd="0" presId="urn:microsoft.com/office/officeart/2005/8/layout/vList5"/>
    <dgm:cxn modelId="{4B03ADEC-0F75-4A37-9393-71E988AF3BCE}" type="presOf" srcId="{79833372-CDFC-4CD0-8203-421FC18A360A}" destId="{D94515A7-3682-45ED-A092-B93749948859}" srcOrd="0" destOrd="1" presId="urn:microsoft.com/office/officeart/2005/8/layout/vList5"/>
    <dgm:cxn modelId="{03707FF5-6ED9-4C80-A09F-40AC8D9308FA}" srcId="{0370BE76-C1FF-44F8-B24E-B41EED97AA30}" destId="{79833372-CDFC-4CD0-8203-421FC18A360A}" srcOrd="1" destOrd="0" parTransId="{AB2458B9-7ED5-4966-9DD4-2F29ACA0B3EF}" sibTransId="{1CA21350-4F71-4332-A1BE-1CB754A67A85}"/>
    <dgm:cxn modelId="{5DD2C4FE-5456-433A-B5A3-ABB644AB07BC}" srcId="{6C81B655-DE11-4D94-AA86-CDB94581204E}" destId="{9484BFD1-F900-4328-9E2B-27315B3F41AF}" srcOrd="1" destOrd="0" parTransId="{7AC3C6B5-47CC-48AD-B255-6E0C9720F07E}" sibTransId="{B57B3632-BDCA-431F-A4A3-643AAD3A1ED5}"/>
    <dgm:cxn modelId="{73B0CDB6-C5B0-4936-95E8-D2C9BDF3D2E5}" type="presParOf" srcId="{49F8B93A-60DE-4DDA-9FE3-E48F3CA1BF53}" destId="{FB7BF2DE-18F6-4C36-8F94-9301A8CEF612}" srcOrd="0" destOrd="0" presId="urn:microsoft.com/office/officeart/2005/8/layout/vList5"/>
    <dgm:cxn modelId="{F8B1E66E-C0AF-409A-97EF-064E7C7B938E}" type="presParOf" srcId="{FB7BF2DE-18F6-4C36-8F94-9301A8CEF612}" destId="{4D7E2065-1616-435B-AF57-F68E00529AE3}" srcOrd="0" destOrd="0" presId="urn:microsoft.com/office/officeart/2005/8/layout/vList5"/>
    <dgm:cxn modelId="{627A675E-DED0-4288-907F-3AD5E21B59AC}" type="presParOf" srcId="{FB7BF2DE-18F6-4C36-8F94-9301A8CEF612}" destId="{880F24D9-3F97-47E3-AB7F-16F31D8F0F6D}" srcOrd="1" destOrd="0" presId="urn:microsoft.com/office/officeart/2005/8/layout/vList5"/>
    <dgm:cxn modelId="{085FDE1A-E0E0-4E0C-950C-96F3048E89DD}" type="presParOf" srcId="{49F8B93A-60DE-4DDA-9FE3-E48F3CA1BF53}" destId="{69B02A60-4099-498B-A1A3-D76EEC395B92}" srcOrd="1" destOrd="0" presId="urn:microsoft.com/office/officeart/2005/8/layout/vList5"/>
    <dgm:cxn modelId="{8FBBE1DE-1325-4A7E-B2D5-1900AB25CBBC}" type="presParOf" srcId="{49F8B93A-60DE-4DDA-9FE3-E48F3CA1BF53}" destId="{7908CCB8-5CE7-4DED-95EF-D9D98BD67333}" srcOrd="2" destOrd="0" presId="urn:microsoft.com/office/officeart/2005/8/layout/vList5"/>
    <dgm:cxn modelId="{B3F21FEB-ADA9-4D51-A700-628B9E1AF7B7}" type="presParOf" srcId="{7908CCB8-5CE7-4DED-95EF-D9D98BD67333}" destId="{3A284C39-1198-4098-8BFF-970BD414A6F2}" srcOrd="0" destOrd="0" presId="urn:microsoft.com/office/officeart/2005/8/layout/vList5"/>
    <dgm:cxn modelId="{A2304BE0-B3D5-4B9B-930B-CD84157673AF}" type="presParOf" srcId="{7908CCB8-5CE7-4DED-95EF-D9D98BD67333}" destId="{D94515A7-3682-45ED-A092-B93749948859}" srcOrd="1" destOrd="0" presId="urn:microsoft.com/office/officeart/2005/8/layout/vList5"/>
    <dgm:cxn modelId="{6019AF8F-75FD-4B6D-B91E-59EB4D6C1ED1}" type="presParOf" srcId="{49F8B93A-60DE-4DDA-9FE3-E48F3CA1BF53}" destId="{E6CBA56A-42BC-40BF-86F7-1887CB7C4ADD}" srcOrd="3" destOrd="0" presId="urn:microsoft.com/office/officeart/2005/8/layout/vList5"/>
    <dgm:cxn modelId="{660C61DB-28CF-41D1-A80E-CD600B4E82B2}" type="presParOf" srcId="{49F8B93A-60DE-4DDA-9FE3-E48F3CA1BF53}" destId="{CED2A23E-F376-4E48-A242-D51C0A3CB6DE}" srcOrd="4" destOrd="0" presId="urn:microsoft.com/office/officeart/2005/8/layout/vList5"/>
    <dgm:cxn modelId="{AFB6C743-BC37-4C9A-92A8-2A5615F2C1BF}" type="presParOf" srcId="{CED2A23E-F376-4E48-A242-D51C0A3CB6DE}" destId="{55C38FB3-A1C4-4D99-9C00-43A58BB470EE}" srcOrd="0" destOrd="0" presId="urn:microsoft.com/office/officeart/2005/8/layout/vList5"/>
    <dgm:cxn modelId="{D702C9A5-2F8C-42D6-AD93-D309A9447129}" type="presParOf" srcId="{CED2A23E-F376-4E48-A242-D51C0A3CB6DE}" destId="{7E61068D-5114-4369-B758-E7D922461EC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4F067E-05FC-48EC-A19B-A372EA8009A2}"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GB"/>
        </a:p>
      </dgm:t>
    </dgm:pt>
    <dgm:pt modelId="{761101CC-E10B-4EEC-A2FC-7E6290AE46A2}">
      <dgm:prSet/>
      <dgm:spPr/>
      <dgm:t>
        <a:bodyPr/>
        <a:lstStyle/>
        <a:p>
          <a:r>
            <a:rPr lang="en-GB" b="1" dirty="0"/>
            <a:t>What is data visualisation?</a:t>
          </a:r>
        </a:p>
      </dgm:t>
    </dgm:pt>
    <dgm:pt modelId="{64781CC2-0A13-4475-8694-014E3F6123B8}" type="parTrans" cxnId="{E87A47A3-906A-4F56-BA47-2C160FB2B57E}">
      <dgm:prSet/>
      <dgm:spPr/>
      <dgm:t>
        <a:bodyPr/>
        <a:lstStyle/>
        <a:p>
          <a:endParaRPr lang="en-GB" b="1"/>
        </a:p>
      </dgm:t>
    </dgm:pt>
    <dgm:pt modelId="{4552289F-DD82-46CF-8091-CFC4AF2FEB2B}" type="sibTrans" cxnId="{E87A47A3-906A-4F56-BA47-2C160FB2B57E}">
      <dgm:prSet/>
      <dgm:spPr/>
      <dgm:t>
        <a:bodyPr/>
        <a:lstStyle/>
        <a:p>
          <a:endParaRPr lang="en-GB" b="1"/>
        </a:p>
      </dgm:t>
    </dgm:pt>
    <dgm:pt modelId="{635158D8-B4B7-485C-B845-F8C3CB9ED43F}">
      <dgm:prSet/>
      <dgm:spPr/>
      <dgm:t>
        <a:bodyPr/>
        <a:lstStyle/>
        <a:p>
          <a:r>
            <a:rPr lang="en-GB" b="1"/>
            <a:t>Types of visualisation</a:t>
          </a:r>
          <a:endParaRPr lang="en-GB" b="1" dirty="0"/>
        </a:p>
      </dgm:t>
    </dgm:pt>
    <dgm:pt modelId="{DEC6A165-B0F0-4312-8DD6-2C1AF3F008A9}" type="parTrans" cxnId="{2DD88FA7-DD66-4DEF-A920-216F1FD5254D}">
      <dgm:prSet/>
      <dgm:spPr/>
      <dgm:t>
        <a:bodyPr/>
        <a:lstStyle/>
        <a:p>
          <a:endParaRPr lang="en-GB" b="1"/>
        </a:p>
      </dgm:t>
    </dgm:pt>
    <dgm:pt modelId="{468BEEBF-C9AE-42FE-9A74-E3C4B6B66C26}" type="sibTrans" cxnId="{2DD88FA7-DD66-4DEF-A920-216F1FD5254D}">
      <dgm:prSet/>
      <dgm:spPr/>
      <dgm:t>
        <a:bodyPr/>
        <a:lstStyle/>
        <a:p>
          <a:endParaRPr lang="en-GB" b="1"/>
        </a:p>
      </dgm:t>
    </dgm:pt>
    <dgm:pt modelId="{0FA0B990-36BF-4D2B-9943-A4755B56B8D9}">
      <dgm:prSet/>
      <dgm:spPr/>
      <dgm:t>
        <a:bodyPr/>
        <a:lstStyle/>
        <a:p>
          <a:r>
            <a:rPr lang="en-GB" b="1"/>
            <a:t>Decluttering visuals</a:t>
          </a:r>
          <a:endParaRPr lang="en-GB" b="1" dirty="0"/>
        </a:p>
      </dgm:t>
    </dgm:pt>
    <dgm:pt modelId="{E9675C02-7A88-41F6-8DEC-3BD5AB7E5247}" type="parTrans" cxnId="{3EC1560C-C697-44A2-8C5F-C76CBED1D6FE}">
      <dgm:prSet/>
      <dgm:spPr/>
      <dgm:t>
        <a:bodyPr/>
        <a:lstStyle/>
        <a:p>
          <a:endParaRPr lang="en-GB" b="1"/>
        </a:p>
      </dgm:t>
    </dgm:pt>
    <dgm:pt modelId="{4AE78B62-B26F-42FD-8B5A-15F9023D83E4}" type="sibTrans" cxnId="{3EC1560C-C697-44A2-8C5F-C76CBED1D6FE}">
      <dgm:prSet/>
      <dgm:spPr/>
      <dgm:t>
        <a:bodyPr/>
        <a:lstStyle/>
        <a:p>
          <a:endParaRPr lang="en-GB" b="1"/>
        </a:p>
      </dgm:t>
    </dgm:pt>
    <dgm:pt modelId="{567C4598-B409-43B4-B88F-88629BA944D7}">
      <dgm:prSet/>
      <dgm:spPr/>
      <dgm:t>
        <a:bodyPr/>
        <a:lstStyle/>
        <a:p>
          <a:r>
            <a:rPr lang="en-GB" b="1" dirty="0"/>
            <a:t>Focusing key point attention</a:t>
          </a:r>
        </a:p>
      </dgm:t>
    </dgm:pt>
    <dgm:pt modelId="{ADC72EE7-EAD4-44A6-9004-2DA6A00F03BA}" type="parTrans" cxnId="{0EADC3B2-B46E-4BE5-BB37-37A54B439169}">
      <dgm:prSet/>
      <dgm:spPr/>
      <dgm:t>
        <a:bodyPr/>
        <a:lstStyle/>
        <a:p>
          <a:endParaRPr lang="en-GB" b="1"/>
        </a:p>
      </dgm:t>
    </dgm:pt>
    <dgm:pt modelId="{F5E7EAED-A1FF-43A1-A616-773D878ACD96}" type="sibTrans" cxnId="{0EADC3B2-B46E-4BE5-BB37-37A54B439169}">
      <dgm:prSet/>
      <dgm:spPr/>
      <dgm:t>
        <a:bodyPr/>
        <a:lstStyle/>
        <a:p>
          <a:endParaRPr lang="en-GB" b="1"/>
        </a:p>
      </dgm:t>
    </dgm:pt>
    <dgm:pt modelId="{3A184F56-11BD-4476-97DB-05735B483AC8}">
      <dgm:prSet/>
      <dgm:spPr/>
      <dgm:t>
        <a:bodyPr/>
        <a:lstStyle/>
        <a:p>
          <a:r>
            <a:rPr lang="en-GB" b="1"/>
            <a:t>Create a visual narrative</a:t>
          </a:r>
          <a:endParaRPr lang="en-GB" b="1" dirty="0"/>
        </a:p>
      </dgm:t>
    </dgm:pt>
    <dgm:pt modelId="{84AACDB7-6BB3-497F-BB8B-CA1B878C30F3}" type="parTrans" cxnId="{2DB90E33-CF13-426F-A38B-5661793AF911}">
      <dgm:prSet/>
      <dgm:spPr/>
      <dgm:t>
        <a:bodyPr/>
        <a:lstStyle/>
        <a:p>
          <a:endParaRPr lang="en-GB" b="1"/>
        </a:p>
      </dgm:t>
    </dgm:pt>
    <dgm:pt modelId="{2CDF0A42-7586-4DFD-8171-48BBF4F32FA1}" type="sibTrans" cxnId="{2DB90E33-CF13-426F-A38B-5661793AF911}">
      <dgm:prSet/>
      <dgm:spPr/>
      <dgm:t>
        <a:bodyPr/>
        <a:lstStyle/>
        <a:p>
          <a:endParaRPr lang="en-GB" b="1"/>
        </a:p>
      </dgm:t>
    </dgm:pt>
    <dgm:pt modelId="{DFCEA47C-BAF1-48E0-B258-37DFDB9BB121}" type="pres">
      <dgm:prSet presAssocID="{574F067E-05FC-48EC-A19B-A372EA8009A2}" presName="diagram" presStyleCnt="0">
        <dgm:presLayoutVars>
          <dgm:dir/>
          <dgm:resizeHandles val="exact"/>
        </dgm:presLayoutVars>
      </dgm:prSet>
      <dgm:spPr/>
    </dgm:pt>
    <dgm:pt modelId="{AF52B49B-A068-46A4-BF6C-223EB74E9C81}" type="pres">
      <dgm:prSet presAssocID="{761101CC-E10B-4EEC-A2FC-7E6290AE46A2}" presName="node" presStyleLbl="node1" presStyleIdx="0" presStyleCnt="5">
        <dgm:presLayoutVars>
          <dgm:bulletEnabled val="1"/>
        </dgm:presLayoutVars>
      </dgm:prSet>
      <dgm:spPr/>
    </dgm:pt>
    <dgm:pt modelId="{3A05210D-0634-4347-B02A-2F411EBEAA47}" type="pres">
      <dgm:prSet presAssocID="{4552289F-DD82-46CF-8091-CFC4AF2FEB2B}" presName="sibTrans" presStyleLbl="sibTrans2D1" presStyleIdx="0" presStyleCnt="4"/>
      <dgm:spPr/>
    </dgm:pt>
    <dgm:pt modelId="{1B3928A6-0E88-4026-AE78-76F522B3C09C}" type="pres">
      <dgm:prSet presAssocID="{4552289F-DD82-46CF-8091-CFC4AF2FEB2B}" presName="connectorText" presStyleLbl="sibTrans2D1" presStyleIdx="0" presStyleCnt="4"/>
      <dgm:spPr/>
    </dgm:pt>
    <dgm:pt modelId="{1F2FF561-6C7F-4098-BA7B-975EE51DCA45}" type="pres">
      <dgm:prSet presAssocID="{635158D8-B4B7-485C-B845-F8C3CB9ED43F}" presName="node" presStyleLbl="node1" presStyleIdx="1" presStyleCnt="5">
        <dgm:presLayoutVars>
          <dgm:bulletEnabled val="1"/>
        </dgm:presLayoutVars>
      </dgm:prSet>
      <dgm:spPr/>
    </dgm:pt>
    <dgm:pt modelId="{E2017425-53CC-4FDE-8C22-D2321E0D7B85}" type="pres">
      <dgm:prSet presAssocID="{468BEEBF-C9AE-42FE-9A74-E3C4B6B66C26}" presName="sibTrans" presStyleLbl="sibTrans2D1" presStyleIdx="1" presStyleCnt="4"/>
      <dgm:spPr/>
    </dgm:pt>
    <dgm:pt modelId="{481433E4-3743-4FD0-B769-EC0B94560B26}" type="pres">
      <dgm:prSet presAssocID="{468BEEBF-C9AE-42FE-9A74-E3C4B6B66C26}" presName="connectorText" presStyleLbl="sibTrans2D1" presStyleIdx="1" presStyleCnt="4"/>
      <dgm:spPr/>
    </dgm:pt>
    <dgm:pt modelId="{646D4244-25E2-49A3-8AC1-A806B7AA7D61}" type="pres">
      <dgm:prSet presAssocID="{0FA0B990-36BF-4D2B-9943-A4755B56B8D9}" presName="node" presStyleLbl="node1" presStyleIdx="2" presStyleCnt="5">
        <dgm:presLayoutVars>
          <dgm:bulletEnabled val="1"/>
        </dgm:presLayoutVars>
      </dgm:prSet>
      <dgm:spPr/>
    </dgm:pt>
    <dgm:pt modelId="{65ED3A04-4096-4BF7-8A25-75BEBAA59B46}" type="pres">
      <dgm:prSet presAssocID="{4AE78B62-B26F-42FD-8B5A-15F9023D83E4}" presName="sibTrans" presStyleLbl="sibTrans2D1" presStyleIdx="2" presStyleCnt="4"/>
      <dgm:spPr/>
    </dgm:pt>
    <dgm:pt modelId="{0C89449D-2B47-4341-8752-115FF56ACDAC}" type="pres">
      <dgm:prSet presAssocID="{4AE78B62-B26F-42FD-8B5A-15F9023D83E4}" presName="connectorText" presStyleLbl="sibTrans2D1" presStyleIdx="2" presStyleCnt="4"/>
      <dgm:spPr/>
    </dgm:pt>
    <dgm:pt modelId="{42E18FB9-A7CB-4C80-8FFC-B89D8E275CD5}" type="pres">
      <dgm:prSet presAssocID="{567C4598-B409-43B4-B88F-88629BA944D7}" presName="node" presStyleLbl="node1" presStyleIdx="3" presStyleCnt="5">
        <dgm:presLayoutVars>
          <dgm:bulletEnabled val="1"/>
        </dgm:presLayoutVars>
      </dgm:prSet>
      <dgm:spPr/>
    </dgm:pt>
    <dgm:pt modelId="{80240613-E853-422B-8010-FD4D3DD1525C}" type="pres">
      <dgm:prSet presAssocID="{F5E7EAED-A1FF-43A1-A616-773D878ACD96}" presName="sibTrans" presStyleLbl="sibTrans2D1" presStyleIdx="3" presStyleCnt="4"/>
      <dgm:spPr/>
    </dgm:pt>
    <dgm:pt modelId="{70944D97-02E9-47BE-A393-06CB65176901}" type="pres">
      <dgm:prSet presAssocID="{F5E7EAED-A1FF-43A1-A616-773D878ACD96}" presName="connectorText" presStyleLbl="sibTrans2D1" presStyleIdx="3" presStyleCnt="4"/>
      <dgm:spPr/>
    </dgm:pt>
    <dgm:pt modelId="{8868E73E-5B89-4364-B1D6-491AFBE867F5}" type="pres">
      <dgm:prSet presAssocID="{3A184F56-11BD-4476-97DB-05735B483AC8}" presName="node" presStyleLbl="node1" presStyleIdx="4" presStyleCnt="5">
        <dgm:presLayoutVars>
          <dgm:bulletEnabled val="1"/>
        </dgm:presLayoutVars>
      </dgm:prSet>
      <dgm:spPr/>
    </dgm:pt>
  </dgm:ptLst>
  <dgm:cxnLst>
    <dgm:cxn modelId="{3EC1560C-C697-44A2-8C5F-C76CBED1D6FE}" srcId="{574F067E-05FC-48EC-A19B-A372EA8009A2}" destId="{0FA0B990-36BF-4D2B-9943-A4755B56B8D9}" srcOrd="2" destOrd="0" parTransId="{E9675C02-7A88-41F6-8DEC-3BD5AB7E5247}" sibTransId="{4AE78B62-B26F-42FD-8B5A-15F9023D83E4}"/>
    <dgm:cxn modelId="{2DB90E33-CF13-426F-A38B-5661793AF911}" srcId="{574F067E-05FC-48EC-A19B-A372EA8009A2}" destId="{3A184F56-11BD-4476-97DB-05735B483AC8}" srcOrd="4" destOrd="0" parTransId="{84AACDB7-6BB3-497F-BB8B-CA1B878C30F3}" sibTransId="{2CDF0A42-7586-4DFD-8171-48BBF4F32FA1}"/>
    <dgm:cxn modelId="{78BED739-AA0A-4A41-8C3B-8F89B9F714A7}" type="presOf" srcId="{635158D8-B4B7-485C-B845-F8C3CB9ED43F}" destId="{1F2FF561-6C7F-4098-BA7B-975EE51DCA45}" srcOrd="0" destOrd="0" presId="urn:microsoft.com/office/officeart/2005/8/layout/process5"/>
    <dgm:cxn modelId="{49468744-594D-4BCB-A27A-B72A931A103F}" type="presOf" srcId="{4AE78B62-B26F-42FD-8B5A-15F9023D83E4}" destId="{0C89449D-2B47-4341-8752-115FF56ACDAC}" srcOrd="1" destOrd="0" presId="urn:microsoft.com/office/officeart/2005/8/layout/process5"/>
    <dgm:cxn modelId="{6ECD736A-1D8E-4F34-BB58-CD4604597FAA}" type="presOf" srcId="{574F067E-05FC-48EC-A19B-A372EA8009A2}" destId="{DFCEA47C-BAF1-48E0-B258-37DFDB9BB121}" srcOrd="0" destOrd="0" presId="urn:microsoft.com/office/officeart/2005/8/layout/process5"/>
    <dgm:cxn modelId="{819A406D-23C5-4362-BA22-0FCE604E561F}" type="presOf" srcId="{F5E7EAED-A1FF-43A1-A616-773D878ACD96}" destId="{80240613-E853-422B-8010-FD4D3DD1525C}" srcOrd="0" destOrd="0" presId="urn:microsoft.com/office/officeart/2005/8/layout/process5"/>
    <dgm:cxn modelId="{DBA1CC53-A78E-4403-86E1-C58E11414A23}" type="presOf" srcId="{4552289F-DD82-46CF-8091-CFC4AF2FEB2B}" destId="{3A05210D-0634-4347-B02A-2F411EBEAA47}" srcOrd="0" destOrd="0" presId="urn:microsoft.com/office/officeart/2005/8/layout/process5"/>
    <dgm:cxn modelId="{ECF13380-E548-49DC-93E3-62B5E9CFDFAC}" type="presOf" srcId="{567C4598-B409-43B4-B88F-88629BA944D7}" destId="{42E18FB9-A7CB-4C80-8FFC-B89D8E275CD5}" srcOrd="0" destOrd="0" presId="urn:microsoft.com/office/officeart/2005/8/layout/process5"/>
    <dgm:cxn modelId="{E87A47A3-906A-4F56-BA47-2C160FB2B57E}" srcId="{574F067E-05FC-48EC-A19B-A372EA8009A2}" destId="{761101CC-E10B-4EEC-A2FC-7E6290AE46A2}" srcOrd="0" destOrd="0" parTransId="{64781CC2-0A13-4475-8694-014E3F6123B8}" sibTransId="{4552289F-DD82-46CF-8091-CFC4AF2FEB2B}"/>
    <dgm:cxn modelId="{BFB764A5-3FF7-44E2-8429-9FEF2EA73B5E}" type="presOf" srcId="{468BEEBF-C9AE-42FE-9A74-E3C4B6B66C26}" destId="{481433E4-3743-4FD0-B769-EC0B94560B26}" srcOrd="1" destOrd="0" presId="urn:microsoft.com/office/officeart/2005/8/layout/process5"/>
    <dgm:cxn modelId="{2DD88FA7-DD66-4DEF-A920-216F1FD5254D}" srcId="{574F067E-05FC-48EC-A19B-A372EA8009A2}" destId="{635158D8-B4B7-485C-B845-F8C3CB9ED43F}" srcOrd="1" destOrd="0" parTransId="{DEC6A165-B0F0-4312-8DD6-2C1AF3F008A9}" sibTransId="{468BEEBF-C9AE-42FE-9A74-E3C4B6B66C26}"/>
    <dgm:cxn modelId="{49AE2FB1-B703-4D03-BB5F-35810C848E76}" type="presOf" srcId="{4552289F-DD82-46CF-8091-CFC4AF2FEB2B}" destId="{1B3928A6-0E88-4026-AE78-76F522B3C09C}" srcOrd="1" destOrd="0" presId="urn:microsoft.com/office/officeart/2005/8/layout/process5"/>
    <dgm:cxn modelId="{0EADC3B2-B46E-4BE5-BB37-37A54B439169}" srcId="{574F067E-05FC-48EC-A19B-A372EA8009A2}" destId="{567C4598-B409-43B4-B88F-88629BA944D7}" srcOrd="3" destOrd="0" parTransId="{ADC72EE7-EAD4-44A6-9004-2DA6A00F03BA}" sibTransId="{F5E7EAED-A1FF-43A1-A616-773D878ACD96}"/>
    <dgm:cxn modelId="{010EDCC5-3C68-47FF-9062-F8BB98C7DE91}" type="presOf" srcId="{3A184F56-11BD-4476-97DB-05735B483AC8}" destId="{8868E73E-5B89-4364-B1D6-491AFBE867F5}" srcOrd="0" destOrd="0" presId="urn:microsoft.com/office/officeart/2005/8/layout/process5"/>
    <dgm:cxn modelId="{0233AACC-985C-435A-8DAC-2BAF2E647D7F}" type="presOf" srcId="{468BEEBF-C9AE-42FE-9A74-E3C4B6B66C26}" destId="{E2017425-53CC-4FDE-8C22-D2321E0D7B85}" srcOrd="0" destOrd="0" presId="urn:microsoft.com/office/officeart/2005/8/layout/process5"/>
    <dgm:cxn modelId="{58F943D3-F28C-4D2D-BA86-3FD192EF2A41}" type="presOf" srcId="{4AE78B62-B26F-42FD-8B5A-15F9023D83E4}" destId="{65ED3A04-4096-4BF7-8A25-75BEBAA59B46}" srcOrd="0" destOrd="0" presId="urn:microsoft.com/office/officeart/2005/8/layout/process5"/>
    <dgm:cxn modelId="{560807D6-5D71-4E45-82C9-1C23B548C3E6}" type="presOf" srcId="{F5E7EAED-A1FF-43A1-A616-773D878ACD96}" destId="{70944D97-02E9-47BE-A393-06CB65176901}" srcOrd="1" destOrd="0" presId="urn:microsoft.com/office/officeart/2005/8/layout/process5"/>
    <dgm:cxn modelId="{2D5F01D9-A072-4461-8813-1D8A135C5E1B}" type="presOf" srcId="{0FA0B990-36BF-4D2B-9943-A4755B56B8D9}" destId="{646D4244-25E2-49A3-8AC1-A806B7AA7D61}" srcOrd="0" destOrd="0" presId="urn:microsoft.com/office/officeart/2005/8/layout/process5"/>
    <dgm:cxn modelId="{E0807AF0-D097-4017-AA9C-191BE884EA09}" type="presOf" srcId="{761101CC-E10B-4EEC-A2FC-7E6290AE46A2}" destId="{AF52B49B-A068-46A4-BF6C-223EB74E9C81}" srcOrd="0" destOrd="0" presId="urn:microsoft.com/office/officeart/2005/8/layout/process5"/>
    <dgm:cxn modelId="{13B5D73B-728F-48DC-B037-5A0EC9A0EB22}" type="presParOf" srcId="{DFCEA47C-BAF1-48E0-B258-37DFDB9BB121}" destId="{AF52B49B-A068-46A4-BF6C-223EB74E9C81}" srcOrd="0" destOrd="0" presId="urn:microsoft.com/office/officeart/2005/8/layout/process5"/>
    <dgm:cxn modelId="{D5C797C0-E8FC-4DB0-8CE2-F2CD7D5B361E}" type="presParOf" srcId="{DFCEA47C-BAF1-48E0-B258-37DFDB9BB121}" destId="{3A05210D-0634-4347-B02A-2F411EBEAA47}" srcOrd="1" destOrd="0" presId="urn:microsoft.com/office/officeart/2005/8/layout/process5"/>
    <dgm:cxn modelId="{FF0A64E1-69B9-4E99-B736-44BB53FD5E02}" type="presParOf" srcId="{3A05210D-0634-4347-B02A-2F411EBEAA47}" destId="{1B3928A6-0E88-4026-AE78-76F522B3C09C}" srcOrd="0" destOrd="0" presId="urn:microsoft.com/office/officeart/2005/8/layout/process5"/>
    <dgm:cxn modelId="{A5B9B013-5603-4044-9813-88236FAFAD94}" type="presParOf" srcId="{DFCEA47C-BAF1-48E0-B258-37DFDB9BB121}" destId="{1F2FF561-6C7F-4098-BA7B-975EE51DCA45}" srcOrd="2" destOrd="0" presId="urn:microsoft.com/office/officeart/2005/8/layout/process5"/>
    <dgm:cxn modelId="{A5FAC669-6428-4359-AEC9-90F9272A95CB}" type="presParOf" srcId="{DFCEA47C-BAF1-48E0-B258-37DFDB9BB121}" destId="{E2017425-53CC-4FDE-8C22-D2321E0D7B85}" srcOrd="3" destOrd="0" presId="urn:microsoft.com/office/officeart/2005/8/layout/process5"/>
    <dgm:cxn modelId="{E5053F7E-6184-4EDD-B9CC-DC79D96D4607}" type="presParOf" srcId="{E2017425-53CC-4FDE-8C22-D2321E0D7B85}" destId="{481433E4-3743-4FD0-B769-EC0B94560B26}" srcOrd="0" destOrd="0" presId="urn:microsoft.com/office/officeart/2005/8/layout/process5"/>
    <dgm:cxn modelId="{A8355147-6769-4449-8195-FAAEFB70EFE5}" type="presParOf" srcId="{DFCEA47C-BAF1-48E0-B258-37DFDB9BB121}" destId="{646D4244-25E2-49A3-8AC1-A806B7AA7D61}" srcOrd="4" destOrd="0" presId="urn:microsoft.com/office/officeart/2005/8/layout/process5"/>
    <dgm:cxn modelId="{DEAF4A37-4060-420F-A1D2-46AD5DD5214D}" type="presParOf" srcId="{DFCEA47C-BAF1-48E0-B258-37DFDB9BB121}" destId="{65ED3A04-4096-4BF7-8A25-75BEBAA59B46}" srcOrd="5" destOrd="0" presId="urn:microsoft.com/office/officeart/2005/8/layout/process5"/>
    <dgm:cxn modelId="{0CFEB234-3D64-4ADC-8E6F-A5B34401D9AF}" type="presParOf" srcId="{65ED3A04-4096-4BF7-8A25-75BEBAA59B46}" destId="{0C89449D-2B47-4341-8752-115FF56ACDAC}" srcOrd="0" destOrd="0" presId="urn:microsoft.com/office/officeart/2005/8/layout/process5"/>
    <dgm:cxn modelId="{B8E203B9-341F-4166-9C9B-E2D8ADF2562F}" type="presParOf" srcId="{DFCEA47C-BAF1-48E0-B258-37DFDB9BB121}" destId="{42E18FB9-A7CB-4C80-8FFC-B89D8E275CD5}" srcOrd="6" destOrd="0" presId="urn:microsoft.com/office/officeart/2005/8/layout/process5"/>
    <dgm:cxn modelId="{389B1F3D-E86B-4F11-AD34-72367595082F}" type="presParOf" srcId="{DFCEA47C-BAF1-48E0-B258-37DFDB9BB121}" destId="{80240613-E853-422B-8010-FD4D3DD1525C}" srcOrd="7" destOrd="0" presId="urn:microsoft.com/office/officeart/2005/8/layout/process5"/>
    <dgm:cxn modelId="{F50B074F-C172-4739-A1B5-2977758A815C}" type="presParOf" srcId="{80240613-E853-422B-8010-FD4D3DD1525C}" destId="{70944D97-02E9-47BE-A393-06CB65176901}" srcOrd="0" destOrd="0" presId="urn:microsoft.com/office/officeart/2005/8/layout/process5"/>
    <dgm:cxn modelId="{C42B51A0-1550-4FEE-AA94-7C22C29EE145}" type="presParOf" srcId="{DFCEA47C-BAF1-48E0-B258-37DFDB9BB121}" destId="{8868E73E-5B89-4364-B1D6-491AFBE867F5}"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E84B8B-7777-418D-BB1A-D142ED3C872B}" type="doc">
      <dgm:prSet loTypeId="urn:microsoft.com/office/officeart/2005/8/layout/chevron1" loCatId="process" qsTypeId="urn:microsoft.com/office/officeart/2005/8/quickstyle/simple1" qsCatId="simple" csTypeId="urn:microsoft.com/office/officeart/2005/8/colors/colorful2" csCatId="colorful" phldr="1"/>
      <dgm:spPr/>
    </dgm:pt>
    <dgm:pt modelId="{53D754D6-3C39-47E3-B111-E204146B2A61}">
      <dgm:prSet phldrT="[Text]"/>
      <dgm:spPr/>
      <dgm:t>
        <a:bodyPr/>
        <a:lstStyle/>
        <a:p>
          <a:r>
            <a:rPr lang="en-GB" b="1" dirty="0"/>
            <a:t>Basic</a:t>
          </a:r>
        </a:p>
      </dgm:t>
    </dgm:pt>
    <dgm:pt modelId="{78A63470-BA2E-4530-8478-7F1880C409C6}" type="parTrans" cxnId="{5361F23C-D983-4EBD-94E1-DD11A82DB0AA}">
      <dgm:prSet/>
      <dgm:spPr/>
      <dgm:t>
        <a:bodyPr/>
        <a:lstStyle/>
        <a:p>
          <a:endParaRPr lang="en-GB"/>
        </a:p>
      </dgm:t>
    </dgm:pt>
    <dgm:pt modelId="{5F81F389-D60C-4AAE-872D-F91A5E7CACFB}" type="sibTrans" cxnId="{5361F23C-D983-4EBD-94E1-DD11A82DB0AA}">
      <dgm:prSet/>
      <dgm:spPr/>
      <dgm:t>
        <a:bodyPr/>
        <a:lstStyle/>
        <a:p>
          <a:endParaRPr lang="en-GB"/>
        </a:p>
      </dgm:t>
    </dgm:pt>
    <dgm:pt modelId="{84F95288-0B12-4F80-8049-ED8D70B50BE0}">
      <dgm:prSet phldrT="[Text]"/>
      <dgm:spPr/>
      <dgm:t>
        <a:bodyPr/>
        <a:lstStyle/>
        <a:p>
          <a:r>
            <a:rPr lang="en-GB" b="1" dirty="0"/>
            <a:t>Intermediate</a:t>
          </a:r>
        </a:p>
      </dgm:t>
    </dgm:pt>
    <dgm:pt modelId="{5AB2AE34-B9E1-4F2A-9173-783CE36AA393}" type="parTrans" cxnId="{27ADF775-D331-41AD-B5B1-EBE10A1C6F4A}">
      <dgm:prSet/>
      <dgm:spPr/>
      <dgm:t>
        <a:bodyPr/>
        <a:lstStyle/>
        <a:p>
          <a:endParaRPr lang="en-GB"/>
        </a:p>
      </dgm:t>
    </dgm:pt>
    <dgm:pt modelId="{8459CB08-A8B2-428A-9D1C-135AE1920687}" type="sibTrans" cxnId="{27ADF775-D331-41AD-B5B1-EBE10A1C6F4A}">
      <dgm:prSet/>
      <dgm:spPr/>
      <dgm:t>
        <a:bodyPr/>
        <a:lstStyle/>
        <a:p>
          <a:endParaRPr lang="en-GB"/>
        </a:p>
      </dgm:t>
    </dgm:pt>
    <dgm:pt modelId="{292F8F1F-C10F-453E-99EF-384B9E592F9F}">
      <dgm:prSet phldrT="[Text]"/>
      <dgm:spPr/>
      <dgm:t>
        <a:bodyPr/>
        <a:lstStyle/>
        <a:p>
          <a:r>
            <a:rPr lang="en-GB" b="1" dirty="0"/>
            <a:t>Expert</a:t>
          </a:r>
        </a:p>
      </dgm:t>
    </dgm:pt>
    <dgm:pt modelId="{A6E97F87-DFCA-4B95-B0BB-09FE418A165D}" type="parTrans" cxnId="{6B5EE36F-78E4-4788-94BB-55D8AB3AB599}">
      <dgm:prSet/>
      <dgm:spPr/>
      <dgm:t>
        <a:bodyPr/>
        <a:lstStyle/>
        <a:p>
          <a:endParaRPr lang="en-GB"/>
        </a:p>
      </dgm:t>
    </dgm:pt>
    <dgm:pt modelId="{C26F81F0-E0FE-4A82-9D8A-EFB8D6F6D5AF}" type="sibTrans" cxnId="{6B5EE36F-78E4-4788-94BB-55D8AB3AB599}">
      <dgm:prSet/>
      <dgm:spPr/>
      <dgm:t>
        <a:bodyPr/>
        <a:lstStyle/>
        <a:p>
          <a:endParaRPr lang="en-GB"/>
        </a:p>
      </dgm:t>
    </dgm:pt>
    <dgm:pt modelId="{D010D5D0-779B-48FC-9F58-D24368433005}" type="pres">
      <dgm:prSet presAssocID="{F3E84B8B-7777-418D-BB1A-D142ED3C872B}" presName="Name0" presStyleCnt="0">
        <dgm:presLayoutVars>
          <dgm:dir/>
          <dgm:animLvl val="lvl"/>
          <dgm:resizeHandles val="exact"/>
        </dgm:presLayoutVars>
      </dgm:prSet>
      <dgm:spPr/>
    </dgm:pt>
    <dgm:pt modelId="{43A8C351-1CD5-487F-8316-49C8CD710710}" type="pres">
      <dgm:prSet presAssocID="{53D754D6-3C39-47E3-B111-E204146B2A61}" presName="parTxOnly" presStyleLbl="node1" presStyleIdx="0" presStyleCnt="3">
        <dgm:presLayoutVars>
          <dgm:chMax val="0"/>
          <dgm:chPref val="0"/>
          <dgm:bulletEnabled val="1"/>
        </dgm:presLayoutVars>
      </dgm:prSet>
      <dgm:spPr/>
    </dgm:pt>
    <dgm:pt modelId="{2D6E3E46-DCEE-4251-AD5D-6649F8F4743F}" type="pres">
      <dgm:prSet presAssocID="{5F81F389-D60C-4AAE-872D-F91A5E7CACFB}" presName="parTxOnlySpace" presStyleCnt="0"/>
      <dgm:spPr/>
    </dgm:pt>
    <dgm:pt modelId="{E1A1E6C3-A198-47A1-A77B-826BD48A1072}" type="pres">
      <dgm:prSet presAssocID="{84F95288-0B12-4F80-8049-ED8D70B50BE0}" presName="parTxOnly" presStyleLbl="node1" presStyleIdx="1" presStyleCnt="3" custLinFactNeighborX="-9850" custLinFactNeighborY="-821">
        <dgm:presLayoutVars>
          <dgm:chMax val="0"/>
          <dgm:chPref val="0"/>
          <dgm:bulletEnabled val="1"/>
        </dgm:presLayoutVars>
      </dgm:prSet>
      <dgm:spPr/>
    </dgm:pt>
    <dgm:pt modelId="{7D519C37-B990-4219-84CD-ABA23DA9063F}" type="pres">
      <dgm:prSet presAssocID="{8459CB08-A8B2-428A-9D1C-135AE1920687}" presName="parTxOnlySpace" presStyleCnt="0"/>
      <dgm:spPr/>
    </dgm:pt>
    <dgm:pt modelId="{69D5C653-BEFB-4309-B1FA-8C76A909CDFB}" type="pres">
      <dgm:prSet presAssocID="{292F8F1F-C10F-453E-99EF-384B9E592F9F}" presName="parTxOnly" presStyleLbl="node1" presStyleIdx="2" presStyleCnt="3">
        <dgm:presLayoutVars>
          <dgm:chMax val="0"/>
          <dgm:chPref val="0"/>
          <dgm:bulletEnabled val="1"/>
        </dgm:presLayoutVars>
      </dgm:prSet>
      <dgm:spPr/>
    </dgm:pt>
  </dgm:ptLst>
  <dgm:cxnLst>
    <dgm:cxn modelId="{5361F23C-D983-4EBD-94E1-DD11A82DB0AA}" srcId="{F3E84B8B-7777-418D-BB1A-D142ED3C872B}" destId="{53D754D6-3C39-47E3-B111-E204146B2A61}" srcOrd="0" destOrd="0" parTransId="{78A63470-BA2E-4530-8478-7F1880C409C6}" sibTransId="{5F81F389-D60C-4AAE-872D-F91A5E7CACFB}"/>
    <dgm:cxn modelId="{6B5EE36F-78E4-4788-94BB-55D8AB3AB599}" srcId="{F3E84B8B-7777-418D-BB1A-D142ED3C872B}" destId="{292F8F1F-C10F-453E-99EF-384B9E592F9F}" srcOrd="2" destOrd="0" parTransId="{A6E97F87-DFCA-4B95-B0BB-09FE418A165D}" sibTransId="{C26F81F0-E0FE-4A82-9D8A-EFB8D6F6D5AF}"/>
    <dgm:cxn modelId="{27ADF775-D331-41AD-B5B1-EBE10A1C6F4A}" srcId="{F3E84B8B-7777-418D-BB1A-D142ED3C872B}" destId="{84F95288-0B12-4F80-8049-ED8D70B50BE0}" srcOrd="1" destOrd="0" parTransId="{5AB2AE34-B9E1-4F2A-9173-783CE36AA393}" sibTransId="{8459CB08-A8B2-428A-9D1C-135AE1920687}"/>
    <dgm:cxn modelId="{4537D6B8-9930-455E-88ED-91B0C5AE11DE}" type="presOf" srcId="{84F95288-0B12-4F80-8049-ED8D70B50BE0}" destId="{E1A1E6C3-A198-47A1-A77B-826BD48A1072}" srcOrd="0" destOrd="0" presId="urn:microsoft.com/office/officeart/2005/8/layout/chevron1"/>
    <dgm:cxn modelId="{EEBB60D3-4DBE-4D8C-8192-4754DD398827}" type="presOf" srcId="{292F8F1F-C10F-453E-99EF-384B9E592F9F}" destId="{69D5C653-BEFB-4309-B1FA-8C76A909CDFB}" srcOrd="0" destOrd="0" presId="urn:microsoft.com/office/officeart/2005/8/layout/chevron1"/>
    <dgm:cxn modelId="{567DE9DA-53CF-4480-B7C9-466F124B74B3}" type="presOf" srcId="{53D754D6-3C39-47E3-B111-E204146B2A61}" destId="{43A8C351-1CD5-487F-8316-49C8CD710710}" srcOrd="0" destOrd="0" presId="urn:microsoft.com/office/officeart/2005/8/layout/chevron1"/>
    <dgm:cxn modelId="{0128A2F9-1537-4982-BA11-0CDE16FC6B5E}" type="presOf" srcId="{F3E84B8B-7777-418D-BB1A-D142ED3C872B}" destId="{D010D5D0-779B-48FC-9F58-D24368433005}" srcOrd="0" destOrd="0" presId="urn:microsoft.com/office/officeart/2005/8/layout/chevron1"/>
    <dgm:cxn modelId="{70A85DBF-E6D6-45EE-8D2D-48CFF13F0B20}" type="presParOf" srcId="{D010D5D0-779B-48FC-9F58-D24368433005}" destId="{43A8C351-1CD5-487F-8316-49C8CD710710}" srcOrd="0" destOrd="0" presId="urn:microsoft.com/office/officeart/2005/8/layout/chevron1"/>
    <dgm:cxn modelId="{C0486C76-19FF-47E1-A52B-FBCC94DE2DEA}" type="presParOf" srcId="{D010D5D0-779B-48FC-9F58-D24368433005}" destId="{2D6E3E46-DCEE-4251-AD5D-6649F8F4743F}" srcOrd="1" destOrd="0" presId="urn:microsoft.com/office/officeart/2005/8/layout/chevron1"/>
    <dgm:cxn modelId="{5580C4ED-04AC-42B1-BE1B-9F199FE0E994}" type="presParOf" srcId="{D010D5D0-779B-48FC-9F58-D24368433005}" destId="{E1A1E6C3-A198-47A1-A77B-826BD48A1072}" srcOrd="2" destOrd="0" presId="urn:microsoft.com/office/officeart/2005/8/layout/chevron1"/>
    <dgm:cxn modelId="{345938D8-7B98-493E-B640-20466C575C91}" type="presParOf" srcId="{D010D5D0-779B-48FC-9F58-D24368433005}" destId="{7D519C37-B990-4219-84CD-ABA23DA9063F}" srcOrd="3" destOrd="0" presId="urn:microsoft.com/office/officeart/2005/8/layout/chevron1"/>
    <dgm:cxn modelId="{4A89AC93-85F7-4EA3-9B40-547E6F5C948E}" type="presParOf" srcId="{D010D5D0-779B-48FC-9F58-D24368433005}" destId="{69D5C653-BEFB-4309-B1FA-8C76A909CDFB}"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4F067E-05FC-48EC-A19B-A372EA8009A2}"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GB"/>
        </a:p>
      </dgm:t>
    </dgm:pt>
    <dgm:pt modelId="{761101CC-E10B-4EEC-A2FC-7E6290AE46A2}">
      <dgm:prSet/>
      <dgm:spPr/>
      <dgm:t>
        <a:bodyPr/>
        <a:lstStyle/>
        <a:p>
          <a:r>
            <a:rPr lang="en-GB" b="1" dirty="0"/>
            <a:t>What is data visualisation?</a:t>
          </a:r>
        </a:p>
      </dgm:t>
    </dgm:pt>
    <dgm:pt modelId="{64781CC2-0A13-4475-8694-014E3F6123B8}" type="parTrans" cxnId="{E87A47A3-906A-4F56-BA47-2C160FB2B57E}">
      <dgm:prSet/>
      <dgm:spPr/>
      <dgm:t>
        <a:bodyPr/>
        <a:lstStyle/>
        <a:p>
          <a:endParaRPr lang="en-GB" b="1"/>
        </a:p>
      </dgm:t>
    </dgm:pt>
    <dgm:pt modelId="{4552289F-DD82-46CF-8091-CFC4AF2FEB2B}" type="sibTrans" cxnId="{E87A47A3-906A-4F56-BA47-2C160FB2B57E}">
      <dgm:prSet/>
      <dgm:spPr/>
      <dgm:t>
        <a:bodyPr/>
        <a:lstStyle/>
        <a:p>
          <a:endParaRPr lang="en-GB" b="1"/>
        </a:p>
      </dgm:t>
    </dgm:pt>
    <dgm:pt modelId="{635158D8-B4B7-485C-B845-F8C3CB9ED43F}">
      <dgm:prSet/>
      <dgm:spPr/>
      <dgm:t>
        <a:bodyPr/>
        <a:lstStyle/>
        <a:p>
          <a:r>
            <a:rPr lang="en-GB" b="1"/>
            <a:t>Types of visualisation</a:t>
          </a:r>
          <a:endParaRPr lang="en-GB" b="1" dirty="0"/>
        </a:p>
      </dgm:t>
    </dgm:pt>
    <dgm:pt modelId="{DEC6A165-B0F0-4312-8DD6-2C1AF3F008A9}" type="parTrans" cxnId="{2DD88FA7-DD66-4DEF-A920-216F1FD5254D}">
      <dgm:prSet/>
      <dgm:spPr/>
      <dgm:t>
        <a:bodyPr/>
        <a:lstStyle/>
        <a:p>
          <a:endParaRPr lang="en-GB" b="1"/>
        </a:p>
      </dgm:t>
    </dgm:pt>
    <dgm:pt modelId="{468BEEBF-C9AE-42FE-9A74-E3C4B6B66C26}" type="sibTrans" cxnId="{2DD88FA7-DD66-4DEF-A920-216F1FD5254D}">
      <dgm:prSet/>
      <dgm:spPr/>
      <dgm:t>
        <a:bodyPr/>
        <a:lstStyle/>
        <a:p>
          <a:endParaRPr lang="en-GB" b="1"/>
        </a:p>
      </dgm:t>
    </dgm:pt>
    <dgm:pt modelId="{0FA0B990-36BF-4D2B-9943-A4755B56B8D9}">
      <dgm:prSet/>
      <dgm:spPr/>
      <dgm:t>
        <a:bodyPr/>
        <a:lstStyle/>
        <a:p>
          <a:r>
            <a:rPr lang="en-GB" b="1"/>
            <a:t>Decluttering visuals</a:t>
          </a:r>
          <a:endParaRPr lang="en-GB" b="1" dirty="0"/>
        </a:p>
      </dgm:t>
    </dgm:pt>
    <dgm:pt modelId="{E9675C02-7A88-41F6-8DEC-3BD5AB7E5247}" type="parTrans" cxnId="{3EC1560C-C697-44A2-8C5F-C76CBED1D6FE}">
      <dgm:prSet/>
      <dgm:spPr/>
      <dgm:t>
        <a:bodyPr/>
        <a:lstStyle/>
        <a:p>
          <a:endParaRPr lang="en-GB" b="1"/>
        </a:p>
      </dgm:t>
    </dgm:pt>
    <dgm:pt modelId="{4AE78B62-B26F-42FD-8B5A-15F9023D83E4}" type="sibTrans" cxnId="{3EC1560C-C697-44A2-8C5F-C76CBED1D6FE}">
      <dgm:prSet/>
      <dgm:spPr/>
      <dgm:t>
        <a:bodyPr/>
        <a:lstStyle/>
        <a:p>
          <a:endParaRPr lang="en-GB" b="1"/>
        </a:p>
      </dgm:t>
    </dgm:pt>
    <dgm:pt modelId="{567C4598-B409-43B4-B88F-88629BA944D7}">
      <dgm:prSet/>
      <dgm:spPr/>
      <dgm:t>
        <a:bodyPr/>
        <a:lstStyle/>
        <a:p>
          <a:r>
            <a:rPr lang="en-GB" b="1" dirty="0"/>
            <a:t>Focusing key point attention</a:t>
          </a:r>
        </a:p>
      </dgm:t>
    </dgm:pt>
    <dgm:pt modelId="{ADC72EE7-EAD4-44A6-9004-2DA6A00F03BA}" type="parTrans" cxnId="{0EADC3B2-B46E-4BE5-BB37-37A54B439169}">
      <dgm:prSet/>
      <dgm:spPr/>
      <dgm:t>
        <a:bodyPr/>
        <a:lstStyle/>
        <a:p>
          <a:endParaRPr lang="en-GB" b="1"/>
        </a:p>
      </dgm:t>
    </dgm:pt>
    <dgm:pt modelId="{F5E7EAED-A1FF-43A1-A616-773D878ACD96}" type="sibTrans" cxnId="{0EADC3B2-B46E-4BE5-BB37-37A54B439169}">
      <dgm:prSet/>
      <dgm:spPr/>
      <dgm:t>
        <a:bodyPr/>
        <a:lstStyle/>
        <a:p>
          <a:endParaRPr lang="en-GB" b="1"/>
        </a:p>
      </dgm:t>
    </dgm:pt>
    <dgm:pt modelId="{3A184F56-11BD-4476-97DB-05735B483AC8}">
      <dgm:prSet/>
      <dgm:spPr/>
      <dgm:t>
        <a:bodyPr/>
        <a:lstStyle/>
        <a:p>
          <a:r>
            <a:rPr lang="en-GB" b="1"/>
            <a:t>Create a visual narrative</a:t>
          </a:r>
          <a:endParaRPr lang="en-GB" b="1" dirty="0"/>
        </a:p>
      </dgm:t>
    </dgm:pt>
    <dgm:pt modelId="{84AACDB7-6BB3-497F-BB8B-CA1B878C30F3}" type="parTrans" cxnId="{2DB90E33-CF13-426F-A38B-5661793AF911}">
      <dgm:prSet/>
      <dgm:spPr/>
      <dgm:t>
        <a:bodyPr/>
        <a:lstStyle/>
        <a:p>
          <a:endParaRPr lang="en-GB" b="1"/>
        </a:p>
      </dgm:t>
    </dgm:pt>
    <dgm:pt modelId="{2CDF0A42-7586-4DFD-8171-48BBF4F32FA1}" type="sibTrans" cxnId="{2DB90E33-CF13-426F-A38B-5661793AF911}">
      <dgm:prSet/>
      <dgm:spPr/>
      <dgm:t>
        <a:bodyPr/>
        <a:lstStyle/>
        <a:p>
          <a:endParaRPr lang="en-GB" b="1"/>
        </a:p>
      </dgm:t>
    </dgm:pt>
    <dgm:pt modelId="{DFCEA47C-BAF1-48E0-B258-37DFDB9BB121}" type="pres">
      <dgm:prSet presAssocID="{574F067E-05FC-48EC-A19B-A372EA8009A2}" presName="diagram" presStyleCnt="0">
        <dgm:presLayoutVars>
          <dgm:dir/>
          <dgm:resizeHandles val="exact"/>
        </dgm:presLayoutVars>
      </dgm:prSet>
      <dgm:spPr/>
    </dgm:pt>
    <dgm:pt modelId="{AF52B49B-A068-46A4-BF6C-223EB74E9C81}" type="pres">
      <dgm:prSet presAssocID="{761101CC-E10B-4EEC-A2FC-7E6290AE46A2}" presName="node" presStyleLbl="node1" presStyleIdx="0" presStyleCnt="5">
        <dgm:presLayoutVars>
          <dgm:bulletEnabled val="1"/>
        </dgm:presLayoutVars>
      </dgm:prSet>
      <dgm:spPr/>
    </dgm:pt>
    <dgm:pt modelId="{3A05210D-0634-4347-B02A-2F411EBEAA47}" type="pres">
      <dgm:prSet presAssocID="{4552289F-DD82-46CF-8091-CFC4AF2FEB2B}" presName="sibTrans" presStyleLbl="sibTrans2D1" presStyleIdx="0" presStyleCnt="4"/>
      <dgm:spPr/>
    </dgm:pt>
    <dgm:pt modelId="{1B3928A6-0E88-4026-AE78-76F522B3C09C}" type="pres">
      <dgm:prSet presAssocID="{4552289F-DD82-46CF-8091-CFC4AF2FEB2B}" presName="connectorText" presStyleLbl="sibTrans2D1" presStyleIdx="0" presStyleCnt="4"/>
      <dgm:spPr/>
    </dgm:pt>
    <dgm:pt modelId="{1F2FF561-6C7F-4098-BA7B-975EE51DCA45}" type="pres">
      <dgm:prSet presAssocID="{635158D8-B4B7-485C-B845-F8C3CB9ED43F}" presName="node" presStyleLbl="node1" presStyleIdx="1" presStyleCnt="5">
        <dgm:presLayoutVars>
          <dgm:bulletEnabled val="1"/>
        </dgm:presLayoutVars>
      </dgm:prSet>
      <dgm:spPr/>
    </dgm:pt>
    <dgm:pt modelId="{E2017425-53CC-4FDE-8C22-D2321E0D7B85}" type="pres">
      <dgm:prSet presAssocID="{468BEEBF-C9AE-42FE-9A74-E3C4B6B66C26}" presName="sibTrans" presStyleLbl="sibTrans2D1" presStyleIdx="1" presStyleCnt="4"/>
      <dgm:spPr/>
    </dgm:pt>
    <dgm:pt modelId="{481433E4-3743-4FD0-B769-EC0B94560B26}" type="pres">
      <dgm:prSet presAssocID="{468BEEBF-C9AE-42FE-9A74-E3C4B6B66C26}" presName="connectorText" presStyleLbl="sibTrans2D1" presStyleIdx="1" presStyleCnt="4"/>
      <dgm:spPr/>
    </dgm:pt>
    <dgm:pt modelId="{646D4244-25E2-49A3-8AC1-A806B7AA7D61}" type="pres">
      <dgm:prSet presAssocID="{0FA0B990-36BF-4D2B-9943-A4755B56B8D9}" presName="node" presStyleLbl="node1" presStyleIdx="2" presStyleCnt="5">
        <dgm:presLayoutVars>
          <dgm:bulletEnabled val="1"/>
        </dgm:presLayoutVars>
      </dgm:prSet>
      <dgm:spPr/>
    </dgm:pt>
    <dgm:pt modelId="{65ED3A04-4096-4BF7-8A25-75BEBAA59B46}" type="pres">
      <dgm:prSet presAssocID="{4AE78B62-B26F-42FD-8B5A-15F9023D83E4}" presName="sibTrans" presStyleLbl="sibTrans2D1" presStyleIdx="2" presStyleCnt="4"/>
      <dgm:spPr/>
    </dgm:pt>
    <dgm:pt modelId="{0C89449D-2B47-4341-8752-115FF56ACDAC}" type="pres">
      <dgm:prSet presAssocID="{4AE78B62-B26F-42FD-8B5A-15F9023D83E4}" presName="connectorText" presStyleLbl="sibTrans2D1" presStyleIdx="2" presStyleCnt="4"/>
      <dgm:spPr/>
    </dgm:pt>
    <dgm:pt modelId="{42E18FB9-A7CB-4C80-8FFC-B89D8E275CD5}" type="pres">
      <dgm:prSet presAssocID="{567C4598-B409-43B4-B88F-88629BA944D7}" presName="node" presStyleLbl="node1" presStyleIdx="3" presStyleCnt="5">
        <dgm:presLayoutVars>
          <dgm:bulletEnabled val="1"/>
        </dgm:presLayoutVars>
      </dgm:prSet>
      <dgm:spPr/>
    </dgm:pt>
    <dgm:pt modelId="{80240613-E853-422B-8010-FD4D3DD1525C}" type="pres">
      <dgm:prSet presAssocID="{F5E7EAED-A1FF-43A1-A616-773D878ACD96}" presName="sibTrans" presStyleLbl="sibTrans2D1" presStyleIdx="3" presStyleCnt="4"/>
      <dgm:spPr/>
    </dgm:pt>
    <dgm:pt modelId="{70944D97-02E9-47BE-A393-06CB65176901}" type="pres">
      <dgm:prSet presAssocID="{F5E7EAED-A1FF-43A1-A616-773D878ACD96}" presName="connectorText" presStyleLbl="sibTrans2D1" presStyleIdx="3" presStyleCnt="4"/>
      <dgm:spPr/>
    </dgm:pt>
    <dgm:pt modelId="{8868E73E-5B89-4364-B1D6-491AFBE867F5}" type="pres">
      <dgm:prSet presAssocID="{3A184F56-11BD-4476-97DB-05735B483AC8}" presName="node" presStyleLbl="node1" presStyleIdx="4" presStyleCnt="5">
        <dgm:presLayoutVars>
          <dgm:bulletEnabled val="1"/>
        </dgm:presLayoutVars>
      </dgm:prSet>
      <dgm:spPr/>
    </dgm:pt>
  </dgm:ptLst>
  <dgm:cxnLst>
    <dgm:cxn modelId="{3EC1560C-C697-44A2-8C5F-C76CBED1D6FE}" srcId="{574F067E-05FC-48EC-A19B-A372EA8009A2}" destId="{0FA0B990-36BF-4D2B-9943-A4755B56B8D9}" srcOrd="2" destOrd="0" parTransId="{E9675C02-7A88-41F6-8DEC-3BD5AB7E5247}" sibTransId="{4AE78B62-B26F-42FD-8B5A-15F9023D83E4}"/>
    <dgm:cxn modelId="{2DB90E33-CF13-426F-A38B-5661793AF911}" srcId="{574F067E-05FC-48EC-A19B-A372EA8009A2}" destId="{3A184F56-11BD-4476-97DB-05735B483AC8}" srcOrd="4" destOrd="0" parTransId="{84AACDB7-6BB3-497F-BB8B-CA1B878C30F3}" sibTransId="{2CDF0A42-7586-4DFD-8171-48BBF4F32FA1}"/>
    <dgm:cxn modelId="{78BED739-AA0A-4A41-8C3B-8F89B9F714A7}" type="presOf" srcId="{635158D8-B4B7-485C-B845-F8C3CB9ED43F}" destId="{1F2FF561-6C7F-4098-BA7B-975EE51DCA45}" srcOrd="0" destOrd="0" presId="urn:microsoft.com/office/officeart/2005/8/layout/process5"/>
    <dgm:cxn modelId="{49468744-594D-4BCB-A27A-B72A931A103F}" type="presOf" srcId="{4AE78B62-B26F-42FD-8B5A-15F9023D83E4}" destId="{0C89449D-2B47-4341-8752-115FF56ACDAC}" srcOrd="1" destOrd="0" presId="urn:microsoft.com/office/officeart/2005/8/layout/process5"/>
    <dgm:cxn modelId="{6ECD736A-1D8E-4F34-BB58-CD4604597FAA}" type="presOf" srcId="{574F067E-05FC-48EC-A19B-A372EA8009A2}" destId="{DFCEA47C-BAF1-48E0-B258-37DFDB9BB121}" srcOrd="0" destOrd="0" presId="urn:microsoft.com/office/officeart/2005/8/layout/process5"/>
    <dgm:cxn modelId="{819A406D-23C5-4362-BA22-0FCE604E561F}" type="presOf" srcId="{F5E7EAED-A1FF-43A1-A616-773D878ACD96}" destId="{80240613-E853-422B-8010-FD4D3DD1525C}" srcOrd="0" destOrd="0" presId="urn:microsoft.com/office/officeart/2005/8/layout/process5"/>
    <dgm:cxn modelId="{DBA1CC53-A78E-4403-86E1-C58E11414A23}" type="presOf" srcId="{4552289F-DD82-46CF-8091-CFC4AF2FEB2B}" destId="{3A05210D-0634-4347-B02A-2F411EBEAA47}" srcOrd="0" destOrd="0" presId="urn:microsoft.com/office/officeart/2005/8/layout/process5"/>
    <dgm:cxn modelId="{ECF13380-E548-49DC-93E3-62B5E9CFDFAC}" type="presOf" srcId="{567C4598-B409-43B4-B88F-88629BA944D7}" destId="{42E18FB9-A7CB-4C80-8FFC-B89D8E275CD5}" srcOrd="0" destOrd="0" presId="urn:microsoft.com/office/officeart/2005/8/layout/process5"/>
    <dgm:cxn modelId="{E87A47A3-906A-4F56-BA47-2C160FB2B57E}" srcId="{574F067E-05FC-48EC-A19B-A372EA8009A2}" destId="{761101CC-E10B-4EEC-A2FC-7E6290AE46A2}" srcOrd="0" destOrd="0" parTransId="{64781CC2-0A13-4475-8694-014E3F6123B8}" sibTransId="{4552289F-DD82-46CF-8091-CFC4AF2FEB2B}"/>
    <dgm:cxn modelId="{BFB764A5-3FF7-44E2-8429-9FEF2EA73B5E}" type="presOf" srcId="{468BEEBF-C9AE-42FE-9A74-E3C4B6B66C26}" destId="{481433E4-3743-4FD0-B769-EC0B94560B26}" srcOrd="1" destOrd="0" presId="urn:microsoft.com/office/officeart/2005/8/layout/process5"/>
    <dgm:cxn modelId="{2DD88FA7-DD66-4DEF-A920-216F1FD5254D}" srcId="{574F067E-05FC-48EC-A19B-A372EA8009A2}" destId="{635158D8-B4B7-485C-B845-F8C3CB9ED43F}" srcOrd="1" destOrd="0" parTransId="{DEC6A165-B0F0-4312-8DD6-2C1AF3F008A9}" sibTransId="{468BEEBF-C9AE-42FE-9A74-E3C4B6B66C26}"/>
    <dgm:cxn modelId="{49AE2FB1-B703-4D03-BB5F-35810C848E76}" type="presOf" srcId="{4552289F-DD82-46CF-8091-CFC4AF2FEB2B}" destId="{1B3928A6-0E88-4026-AE78-76F522B3C09C}" srcOrd="1" destOrd="0" presId="urn:microsoft.com/office/officeart/2005/8/layout/process5"/>
    <dgm:cxn modelId="{0EADC3B2-B46E-4BE5-BB37-37A54B439169}" srcId="{574F067E-05FC-48EC-A19B-A372EA8009A2}" destId="{567C4598-B409-43B4-B88F-88629BA944D7}" srcOrd="3" destOrd="0" parTransId="{ADC72EE7-EAD4-44A6-9004-2DA6A00F03BA}" sibTransId="{F5E7EAED-A1FF-43A1-A616-773D878ACD96}"/>
    <dgm:cxn modelId="{010EDCC5-3C68-47FF-9062-F8BB98C7DE91}" type="presOf" srcId="{3A184F56-11BD-4476-97DB-05735B483AC8}" destId="{8868E73E-5B89-4364-B1D6-491AFBE867F5}" srcOrd="0" destOrd="0" presId="urn:microsoft.com/office/officeart/2005/8/layout/process5"/>
    <dgm:cxn modelId="{0233AACC-985C-435A-8DAC-2BAF2E647D7F}" type="presOf" srcId="{468BEEBF-C9AE-42FE-9A74-E3C4B6B66C26}" destId="{E2017425-53CC-4FDE-8C22-D2321E0D7B85}" srcOrd="0" destOrd="0" presId="urn:microsoft.com/office/officeart/2005/8/layout/process5"/>
    <dgm:cxn modelId="{58F943D3-F28C-4D2D-BA86-3FD192EF2A41}" type="presOf" srcId="{4AE78B62-B26F-42FD-8B5A-15F9023D83E4}" destId="{65ED3A04-4096-4BF7-8A25-75BEBAA59B46}" srcOrd="0" destOrd="0" presId="urn:microsoft.com/office/officeart/2005/8/layout/process5"/>
    <dgm:cxn modelId="{560807D6-5D71-4E45-82C9-1C23B548C3E6}" type="presOf" srcId="{F5E7EAED-A1FF-43A1-A616-773D878ACD96}" destId="{70944D97-02E9-47BE-A393-06CB65176901}" srcOrd="1" destOrd="0" presId="urn:microsoft.com/office/officeart/2005/8/layout/process5"/>
    <dgm:cxn modelId="{2D5F01D9-A072-4461-8813-1D8A135C5E1B}" type="presOf" srcId="{0FA0B990-36BF-4D2B-9943-A4755B56B8D9}" destId="{646D4244-25E2-49A3-8AC1-A806B7AA7D61}" srcOrd="0" destOrd="0" presId="urn:microsoft.com/office/officeart/2005/8/layout/process5"/>
    <dgm:cxn modelId="{E0807AF0-D097-4017-AA9C-191BE884EA09}" type="presOf" srcId="{761101CC-E10B-4EEC-A2FC-7E6290AE46A2}" destId="{AF52B49B-A068-46A4-BF6C-223EB74E9C81}" srcOrd="0" destOrd="0" presId="urn:microsoft.com/office/officeart/2005/8/layout/process5"/>
    <dgm:cxn modelId="{13B5D73B-728F-48DC-B037-5A0EC9A0EB22}" type="presParOf" srcId="{DFCEA47C-BAF1-48E0-B258-37DFDB9BB121}" destId="{AF52B49B-A068-46A4-BF6C-223EB74E9C81}" srcOrd="0" destOrd="0" presId="urn:microsoft.com/office/officeart/2005/8/layout/process5"/>
    <dgm:cxn modelId="{D5C797C0-E8FC-4DB0-8CE2-F2CD7D5B361E}" type="presParOf" srcId="{DFCEA47C-BAF1-48E0-B258-37DFDB9BB121}" destId="{3A05210D-0634-4347-B02A-2F411EBEAA47}" srcOrd="1" destOrd="0" presId="urn:microsoft.com/office/officeart/2005/8/layout/process5"/>
    <dgm:cxn modelId="{FF0A64E1-69B9-4E99-B736-44BB53FD5E02}" type="presParOf" srcId="{3A05210D-0634-4347-B02A-2F411EBEAA47}" destId="{1B3928A6-0E88-4026-AE78-76F522B3C09C}" srcOrd="0" destOrd="0" presId="urn:microsoft.com/office/officeart/2005/8/layout/process5"/>
    <dgm:cxn modelId="{A5B9B013-5603-4044-9813-88236FAFAD94}" type="presParOf" srcId="{DFCEA47C-BAF1-48E0-B258-37DFDB9BB121}" destId="{1F2FF561-6C7F-4098-BA7B-975EE51DCA45}" srcOrd="2" destOrd="0" presId="urn:microsoft.com/office/officeart/2005/8/layout/process5"/>
    <dgm:cxn modelId="{A5FAC669-6428-4359-AEC9-90F9272A95CB}" type="presParOf" srcId="{DFCEA47C-BAF1-48E0-B258-37DFDB9BB121}" destId="{E2017425-53CC-4FDE-8C22-D2321E0D7B85}" srcOrd="3" destOrd="0" presId="urn:microsoft.com/office/officeart/2005/8/layout/process5"/>
    <dgm:cxn modelId="{E5053F7E-6184-4EDD-B9CC-DC79D96D4607}" type="presParOf" srcId="{E2017425-53CC-4FDE-8C22-D2321E0D7B85}" destId="{481433E4-3743-4FD0-B769-EC0B94560B26}" srcOrd="0" destOrd="0" presId="urn:microsoft.com/office/officeart/2005/8/layout/process5"/>
    <dgm:cxn modelId="{A8355147-6769-4449-8195-FAAEFB70EFE5}" type="presParOf" srcId="{DFCEA47C-BAF1-48E0-B258-37DFDB9BB121}" destId="{646D4244-25E2-49A3-8AC1-A806B7AA7D61}" srcOrd="4" destOrd="0" presId="urn:microsoft.com/office/officeart/2005/8/layout/process5"/>
    <dgm:cxn modelId="{DEAF4A37-4060-420F-A1D2-46AD5DD5214D}" type="presParOf" srcId="{DFCEA47C-BAF1-48E0-B258-37DFDB9BB121}" destId="{65ED3A04-4096-4BF7-8A25-75BEBAA59B46}" srcOrd="5" destOrd="0" presId="urn:microsoft.com/office/officeart/2005/8/layout/process5"/>
    <dgm:cxn modelId="{0CFEB234-3D64-4ADC-8E6F-A5B34401D9AF}" type="presParOf" srcId="{65ED3A04-4096-4BF7-8A25-75BEBAA59B46}" destId="{0C89449D-2B47-4341-8752-115FF56ACDAC}" srcOrd="0" destOrd="0" presId="urn:microsoft.com/office/officeart/2005/8/layout/process5"/>
    <dgm:cxn modelId="{B8E203B9-341F-4166-9C9B-E2D8ADF2562F}" type="presParOf" srcId="{DFCEA47C-BAF1-48E0-B258-37DFDB9BB121}" destId="{42E18FB9-A7CB-4C80-8FFC-B89D8E275CD5}" srcOrd="6" destOrd="0" presId="urn:microsoft.com/office/officeart/2005/8/layout/process5"/>
    <dgm:cxn modelId="{389B1F3D-E86B-4F11-AD34-72367595082F}" type="presParOf" srcId="{DFCEA47C-BAF1-48E0-B258-37DFDB9BB121}" destId="{80240613-E853-422B-8010-FD4D3DD1525C}" srcOrd="7" destOrd="0" presId="urn:microsoft.com/office/officeart/2005/8/layout/process5"/>
    <dgm:cxn modelId="{F50B074F-C172-4739-A1B5-2977758A815C}" type="presParOf" srcId="{80240613-E853-422B-8010-FD4D3DD1525C}" destId="{70944D97-02E9-47BE-A393-06CB65176901}" srcOrd="0" destOrd="0" presId="urn:microsoft.com/office/officeart/2005/8/layout/process5"/>
    <dgm:cxn modelId="{C42B51A0-1550-4FEE-AA94-7C22C29EE145}" type="presParOf" srcId="{DFCEA47C-BAF1-48E0-B258-37DFDB9BB121}" destId="{8868E73E-5B89-4364-B1D6-491AFBE867F5}"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F24D9-3F97-47E3-AB7F-16F31D8F0F6D}">
      <dsp:nvSpPr>
        <dsp:cNvPr id="0" name=""/>
        <dsp:cNvSpPr/>
      </dsp:nvSpPr>
      <dsp:spPr>
        <a:xfrm rot="5400000">
          <a:off x="4935753" y="-2186407"/>
          <a:ext cx="1225261" cy="58187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100000"/>
            </a:lnSpc>
            <a:spcBef>
              <a:spcPct val="0"/>
            </a:spcBef>
            <a:spcAft>
              <a:spcPts val="600"/>
            </a:spcAft>
            <a:buChar char="•"/>
          </a:pPr>
          <a:r>
            <a:rPr lang="en-GB" sz="1600" kern="1200" dirty="0"/>
            <a:t>One of you will automatically become the host and when I return, I’ll resume the course.</a:t>
          </a:r>
        </a:p>
        <a:p>
          <a:pPr marL="171450" lvl="1" indent="-171450" algn="l" defTabSz="711200">
            <a:lnSpc>
              <a:spcPct val="100000"/>
            </a:lnSpc>
            <a:spcBef>
              <a:spcPct val="0"/>
            </a:spcBef>
            <a:spcAft>
              <a:spcPts val="600"/>
            </a:spcAft>
            <a:buChar char="•"/>
          </a:pPr>
          <a:r>
            <a:rPr lang="en-GB" sz="1600" kern="1200" dirty="0"/>
            <a:t>Please don’t leave the session.</a:t>
          </a:r>
        </a:p>
      </dsp:txBody>
      <dsp:txXfrm rot="-5400000">
        <a:off x="2639006" y="170152"/>
        <a:ext cx="5758943" cy="1105637"/>
      </dsp:txXfrm>
    </dsp:sp>
    <dsp:sp modelId="{4D7E2065-1616-435B-AF57-F68E00529AE3}">
      <dsp:nvSpPr>
        <dsp:cNvPr id="0" name=""/>
        <dsp:cNvSpPr/>
      </dsp:nvSpPr>
      <dsp:spPr>
        <a:xfrm>
          <a:off x="68030" y="0"/>
          <a:ext cx="2230355" cy="15315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If </a:t>
          </a:r>
          <a:r>
            <a:rPr lang="en-GB" sz="2000" b="1" kern="1200" dirty="0"/>
            <a:t>I</a:t>
          </a:r>
          <a:r>
            <a:rPr lang="en-GB" sz="2000" kern="1200" dirty="0"/>
            <a:t> disconnect:</a:t>
          </a:r>
        </a:p>
      </dsp:txBody>
      <dsp:txXfrm>
        <a:off x="142795" y="74765"/>
        <a:ext cx="2080825" cy="1382046"/>
      </dsp:txXfrm>
    </dsp:sp>
    <dsp:sp modelId="{D94515A7-3682-45ED-A092-B93749948859}">
      <dsp:nvSpPr>
        <dsp:cNvPr id="0" name=""/>
        <dsp:cNvSpPr/>
      </dsp:nvSpPr>
      <dsp:spPr>
        <a:xfrm rot="5400000">
          <a:off x="4928481" y="-599937"/>
          <a:ext cx="1225261" cy="583732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100000"/>
            </a:lnSpc>
            <a:spcBef>
              <a:spcPct val="0"/>
            </a:spcBef>
            <a:spcAft>
              <a:spcPts val="600"/>
            </a:spcAft>
            <a:buChar char="•"/>
          </a:pPr>
          <a:r>
            <a:rPr lang="en-GB" sz="1600" kern="1200" dirty="0"/>
            <a:t>Don’t panic!</a:t>
          </a:r>
        </a:p>
        <a:p>
          <a:pPr marL="171450" lvl="1" indent="-171450" algn="l" defTabSz="711200">
            <a:lnSpc>
              <a:spcPct val="100000"/>
            </a:lnSpc>
            <a:spcBef>
              <a:spcPct val="0"/>
            </a:spcBef>
            <a:spcAft>
              <a:spcPts val="600"/>
            </a:spcAft>
            <a:buChar char="•"/>
          </a:pPr>
          <a:r>
            <a:rPr lang="en-GB" sz="1600" kern="1200" dirty="0"/>
            <a:t>Re-join using your link.</a:t>
          </a:r>
        </a:p>
      </dsp:txBody>
      <dsp:txXfrm rot="-5400000">
        <a:off x="2622449" y="1765907"/>
        <a:ext cx="5777513" cy="1105637"/>
      </dsp:txXfrm>
    </dsp:sp>
    <dsp:sp modelId="{3A284C39-1198-4098-8BFF-970BD414A6F2}">
      <dsp:nvSpPr>
        <dsp:cNvPr id="0" name=""/>
        <dsp:cNvSpPr/>
      </dsp:nvSpPr>
      <dsp:spPr>
        <a:xfrm>
          <a:off x="68030" y="1610475"/>
          <a:ext cx="2304148" cy="15315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If </a:t>
          </a:r>
          <a:r>
            <a:rPr lang="en-GB" sz="2000" b="1" kern="1200" dirty="0"/>
            <a:t>you</a:t>
          </a:r>
          <a:r>
            <a:rPr lang="en-GB" sz="2000" kern="1200" dirty="0"/>
            <a:t> disconnect:</a:t>
          </a:r>
        </a:p>
      </dsp:txBody>
      <dsp:txXfrm>
        <a:off x="142795" y="1685240"/>
        <a:ext cx="2154618" cy="1382046"/>
      </dsp:txXfrm>
    </dsp:sp>
    <dsp:sp modelId="{7E61068D-5114-4369-B758-E7D922461EC3}">
      <dsp:nvSpPr>
        <dsp:cNvPr id="0" name=""/>
        <dsp:cNvSpPr/>
      </dsp:nvSpPr>
      <dsp:spPr>
        <a:xfrm rot="5400000">
          <a:off x="4937766" y="1075041"/>
          <a:ext cx="1225261" cy="581875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100000"/>
            </a:lnSpc>
            <a:spcBef>
              <a:spcPct val="0"/>
            </a:spcBef>
            <a:spcAft>
              <a:spcPts val="600"/>
            </a:spcAft>
            <a:buChar char="•"/>
          </a:pPr>
          <a:r>
            <a:rPr lang="en-GB" sz="1600" b="1" kern="1200" dirty="0"/>
            <a:t>Chat link from your joining email</a:t>
          </a:r>
        </a:p>
        <a:p>
          <a:pPr marL="171450" lvl="1" indent="-171450" algn="l" defTabSz="711200">
            <a:lnSpc>
              <a:spcPct val="100000"/>
            </a:lnSpc>
            <a:spcBef>
              <a:spcPct val="0"/>
            </a:spcBef>
            <a:spcAft>
              <a:spcPts val="600"/>
            </a:spcAft>
            <a:buChar char="•"/>
          </a:pPr>
          <a:r>
            <a:rPr lang="en-GB" sz="1600" kern="1200" noProof="0" dirty="0">
              <a:hlinkClick xmlns:r="http://schemas.openxmlformats.org/officeDocument/2006/relationships" r:id="rId1"/>
            </a:rPr>
            <a:t>virtual.learningteam@qa.com</a:t>
          </a:r>
          <a:endParaRPr lang="en-GB" sz="1600" kern="1200" dirty="0"/>
        </a:p>
        <a:p>
          <a:pPr marL="171450" lvl="1" indent="-171450" algn="l" defTabSz="711200">
            <a:lnSpc>
              <a:spcPct val="100000"/>
            </a:lnSpc>
            <a:spcBef>
              <a:spcPct val="0"/>
            </a:spcBef>
            <a:spcAft>
              <a:spcPts val="600"/>
            </a:spcAft>
            <a:buChar char="•"/>
          </a:pPr>
          <a:r>
            <a:rPr lang="en-GB" sz="1600" kern="1200" dirty="0"/>
            <a:t>0203 908 2376 </a:t>
          </a:r>
        </a:p>
      </dsp:txBody>
      <dsp:txXfrm rot="-5400000">
        <a:off x="2641019" y="3431600"/>
        <a:ext cx="5758943" cy="1105637"/>
      </dsp:txXfrm>
    </dsp:sp>
    <dsp:sp modelId="{55C38FB3-A1C4-4D99-9C00-43A58BB470EE}">
      <dsp:nvSpPr>
        <dsp:cNvPr id="0" name=""/>
        <dsp:cNvSpPr/>
      </dsp:nvSpPr>
      <dsp:spPr>
        <a:xfrm>
          <a:off x="68030" y="3220951"/>
          <a:ext cx="2340907" cy="15315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dirty="0"/>
            <a:t>Contact:</a:t>
          </a:r>
        </a:p>
      </dsp:txBody>
      <dsp:txXfrm>
        <a:off x="142795" y="3295716"/>
        <a:ext cx="2191377" cy="1382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2B49B-A068-46A4-BF6C-223EB74E9C81}">
      <dsp:nvSpPr>
        <dsp:cNvPr id="0" name=""/>
        <dsp:cNvSpPr/>
      </dsp:nvSpPr>
      <dsp:spPr>
        <a:xfrm>
          <a:off x="7739" y="352843"/>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dirty="0"/>
            <a:t>What is data visualisation?</a:t>
          </a:r>
        </a:p>
      </dsp:txBody>
      <dsp:txXfrm>
        <a:off x="48391" y="393495"/>
        <a:ext cx="2231954" cy="1306651"/>
      </dsp:txXfrm>
    </dsp:sp>
    <dsp:sp modelId="{3A05210D-0634-4347-B02A-2F411EBEAA47}">
      <dsp:nvSpPr>
        <dsp:cNvPr id="0" name=""/>
        <dsp:cNvSpPr/>
      </dsp:nvSpPr>
      <dsp:spPr>
        <a:xfrm>
          <a:off x="2524564" y="759976"/>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a:off x="2524564" y="874714"/>
        <a:ext cx="343287" cy="344212"/>
      </dsp:txXfrm>
    </dsp:sp>
    <dsp:sp modelId="{1F2FF561-6C7F-4098-BA7B-975EE51DCA45}">
      <dsp:nvSpPr>
        <dsp:cNvPr id="0" name=""/>
        <dsp:cNvSpPr/>
      </dsp:nvSpPr>
      <dsp:spPr>
        <a:xfrm>
          <a:off x="3246301" y="352843"/>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Types of visualisation</a:t>
          </a:r>
          <a:endParaRPr lang="en-GB" sz="2200" b="1" kern="1200" dirty="0"/>
        </a:p>
      </dsp:txBody>
      <dsp:txXfrm>
        <a:off x="3286953" y="393495"/>
        <a:ext cx="2231954" cy="1306651"/>
      </dsp:txXfrm>
    </dsp:sp>
    <dsp:sp modelId="{E2017425-53CC-4FDE-8C22-D2321E0D7B85}">
      <dsp:nvSpPr>
        <dsp:cNvPr id="0" name=""/>
        <dsp:cNvSpPr/>
      </dsp:nvSpPr>
      <dsp:spPr>
        <a:xfrm>
          <a:off x="5763127" y="759976"/>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a:off x="5763127" y="874714"/>
        <a:ext cx="343287" cy="344212"/>
      </dsp:txXfrm>
    </dsp:sp>
    <dsp:sp modelId="{646D4244-25E2-49A3-8AC1-A806B7AA7D61}">
      <dsp:nvSpPr>
        <dsp:cNvPr id="0" name=""/>
        <dsp:cNvSpPr/>
      </dsp:nvSpPr>
      <dsp:spPr>
        <a:xfrm>
          <a:off x="6484863" y="352843"/>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Decluttering visuals</a:t>
          </a:r>
          <a:endParaRPr lang="en-GB" sz="2200" b="1" kern="1200" dirty="0"/>
        </a:p>
      </dsp:txBody>
      <dsp:txXfrm>
        <a:off x="6525515" y="393495"/>
        <a:ext cx="2231954" cy="1306651"/>
      </dsp:txXfrm>
    </dsp:sp>
    <dsp:sp modelId="{65ED3A04-4096-4BF7-8A25-75BEBAA59B46}">
      <dsp:nvSpPr>
        <dsp:cNvPr id="0" name=""/>
        <dsp:cNvSpPr/>
      </dsp:nvSpPr>
      <dsp:spPr>
        <a:xfrm rot="5400000">
          <a:off x="7396287" y="1902726"/>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rot="-5400000">
        <a:off x="7469387" y="1944365"/>
        <a:ext cx="344212" cy="343287"/>
      </dsp:txXfrm>
    </dsp:sp>
    <dsp:sp modelId="{42E18FB9-A7CB-4C80-8FFC-B89D8E275CD5}">
      <dsp:nvSpPr>
        <dsp:cNvPr id="0" name=""/>
        <dsp:cNvSpPr/>
      </dsp:nvSpPr>
      <dsp:spPr>
        <a:xfrm>
          <a:off x="6484863" y="2666101"/>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dirty="0"/>
            <a:t>Focusing key point attention</a:t>
          </a:r>
        </a:p>
      </dsp:txBody>
      <dsp:txXfrm>
        <a:off x="6525515" y="2706753"/>
        <a:ext cx="2231954" cy="1306651"/>
      </dsp:txXfrm>
    </dsp:sp>
    <dsp:sp modelId="{80240613-E853-422B-8010-FD4D3DD1525C}">
      <dsp:nvSpPr>
        <dsp:cNvPr id="0" name=""/>
        <dsp:cNvSpPr/>
      </dsp:nvSpPr>
      <dsp:spPr>
        <a:xfrm rot="10800000">
          <a:off x="5790886" y="3073235"/>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rot="10800000">
        <a:off x="5938009" y="3187973"/>
        <a:ext cx="343287" cy="344212"/>
      </dsp:txXfrm>
    </dsp:sp>
    <dsp:sp modelId="{8868E73E-5B89-4364-B1D6-491AFBE867F5}">
      <dsp:nvSpPr>
        <dsp:cNvPr id="0" name=""/>
        <dsp:cNvSpPr/>
      </dsp:nvSpPr>
      <dsp:spPr>
        <a:xfrm>
          <a:off x="3246301" y="2666101"/>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Create a visual narrative</a:t>
          </a:r>
          <a:endParaRPr lang="en-GB" sz="2200" b="1" kern="1200" dirty="0"/>
        </a:p>
      </dsp:txBody>
      <dsp:txXfrm>
        <a:off x="3286953" y="2706753"/>
        <a:ext cx="2231954" cy="13066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A8C351-1CD5-487F-8316-49C8CD710710}">
      <dsp:nvSpPr>
        <dsp:cNvPr id="0" name=""/>
        <dsp:cNvSpPr/>
      </dsp:nvSpPr>
      <dsp:spPr>
        <a:xfrm>
          <a:off x="3404" y="621684"/>
          <a:ext cx="4147459" cy="1658983"/>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b="1" kern="1200" dirty="0"/>
            <a:t>Basic</a:t>
          </a:r>
        </a:p>
      </dsp:txBody>
      <dsp:txXfrm>
        <a:off x="832896" y="621684"/>
        <a:ext cx="2488476" cy="1658983"/>
      </dsp:txXfrm>
    </dsp:sp>
    <dsp:sp modelId="{E1A1E6C3-A198-47A1-A77B-826BD48A1072}">
      <dsp:nvSpPr>
        <dsp:cNvPr id="0" name=""/>
        <dsp:cNvSpPr/>
      </dsp:nvSpPr>
      <dsp:spPr>
        <a:xfrm>
          <a:off x="3695265" y="608063"/>
          <a:ext cx="4147459" cy="1658983"/>
        </a:xfrm>
        <a:prstGeom prst="chevron">
          <a:avLst/>
        </a:prstGeom>
        <a:solidFill>
          <a:schemeClr val="accent2">
            <a:hueOff val="4053648"/>
            <a:satOff val="0"/>
            <a:lumOff val="-10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b="1" kern="1200" dirty="0"/>
            <a:t>Intermediate</a:t>
          </a:r>
        </a:p>
      </dsp:txBody>
      <dsp:txXfrm>
        <a:off x="4524757" y="608063"/>
        <a:ext cx="2488476" cy="1658983"/>
      </dsp:txXfrm>
    </dsp:sp>
    <dsp:sp modelId="{69D5C653-BEFB-4309-B1FA-8C76A909CDFB}">
      <dsp:nvSpPr>
        <dsp:cNvPr id="0" name=""/>
        <dsp:cNvSpPr/>
      </dsp:nvSpPr>
      <dsp:spPr>
        <a:xfrm>
          <a:off x="7468831" y="621684"/>
          <a:ext cx="4147459" cy="1658983"/>
        </a:xfrm>
        <a:prstGeom prst="chevron">
          <a:avLst/>
        </a:prstGeom>
        <a:solidFill>
          <a:schemeClr val="accent2">
            <a:hueOff val="8107297"/>
            <a:satOff val="0"/>
            <a:lumOff val="-2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b="1" kern="1200" dirty="0"/>
            <a:t>Expert</a:t>
          </a:r>
        </a:p>
      </dsp:txBody>
      <dsp:txXfrm>
        <a:off x="8298323" y="621684"/>
        <a:ext cx="2488476" cy="16589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2B49B-A068-46A4-BF6C-223EB74E9C81}">
      <dsp:nvSpPr>
        <dsp:cNvPr id="0" name=""/>
        <dsp:cNvSpPr/>
      </dsp:nvSpPr>
      <dsp:spPr>
        <a:xfrm>
          <a:off x="7739" y="352843"/>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dirty="0"/>
            <a:t>What is data visualisation?</a:t>
          </a:r>
        </a:p>
      </dsp:txBody>
      <dsp:txXfrm>
        <a:off x="48391" y="393495"/>
        <a:ext cx="2231954" cy="1306651"/>
      </dsp:txXfrm>
    </dsp:sp>
    <dsp:sp modelId="{3A05210D-0634-4347-B02A-2F411EBEAA47}">
      <dsp:nvSpPr>
        <dsp:cNvPr id="0" name=""/>
        <dsp:cNvSpPr/>
      </dsp:nvSpPr>
      <dsp:spPr>
        <a:xfrm>
          <a:off x="2524564" y="759976"/>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a:off x="2524564" y="874714"/>
        <a:ext cx="343287" cy="344212"/>
      </dsp:txXfrm>
    </dsp:sp>
    <dsp:sp modelId="{1F2FF561-6C7F-4098-BA7B-975EE51DCA45}">
      <dsp:nvSpPr>
        <dsp:cNvPr id="0" name=""/>
        <dsp:cNvSpPr/>
      </dsp:nvSpPr>
      <dsp:spPr>
        <a:xfrm>
          <a:off x="3246301" y="352843"/>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Types of visualisation</a:t>
          </a:r>
          <a:endParaRPr lang="en-GB" sz="2200" b="1" kern="1200" dirty="0"/>
        </a:p>
      </dsp:txBody>
      <dsp:txXfrm>
        <a:off x="3286953" y="393495"/>
        <a:ext cx="2231954" cy="1306651"/>
      </dsp:txXfrm>
    </dsp:sp>
    <dsp:sp modelId="{E2017425-53CC-4FDE-8C22-D2321E0D7B85}">
      <dsp:nvSpPr>
        <dsp:cNvPr id="0" name=""/>
        <dsp:cNvSpPr/>
      </dsp:nvSpPr>
      <dsp:spPr>
        <a:xfrm>
          <a:off x="5763127" y="759976"/>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a:off x="5763127" y="874714"/>
        <a:ext cx="343287" cy="344212"/>
      </dsp:txXfrm>
    </dsp:sp>
    <dsp:sp modelId="{646D4244-25E2-49A3-8AC1-A806B7AA7D61}">
      <dsp:nvSpPr>
        <dsp:cNvPr id="0" name=""/>
        <dsp:cNvSpPr/>
      </dsp:nvSpPr>
      <dsp:spPr>
        <a:xfrm>
          <a:off x="6484863" y="352843"/>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Decluttering visuals</a:t>
          </a:r>
          <a:endParaRPr lang="en-GB" sz="2200" b="1" kern="1200" dirty="0"/>
        </a:p>
      </dsp:txBody>
      <dsp:txXfrm>
        <a:off x="6525515" y="393495"/>
        <a:ext cx="2231954" cy="1306651"/>
      </dsp:txXfrm>
    </dsp:sp>
    <dsp:sp modelId="{65ED3A04-4096-4BF7-8A25-75BEBAA59B46}">
      <dsp:nvSpPr>
        <dsp:cNvPr id="0" name=""/>
        <dsp:cNvSpPr/>
      </dsp:nvSpPr>
      <dsp:spPr>
        <a:xfrm rot="5400000">
          <a:off x="7396287" y="1902726"/>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rot="-5400000">
        <a:off x="7469387" y="1944365"/>
        <a:ext cx="344212" cy="343287"/>
      </dsp:txXfrm>
    </dsp:sp>
    <dsp:sp modelId="{42E18FB9-A7CB-4C80-8FFC-B89D8E275CD5}">
      <dsp:nvSpPr>
        <dsp:cNvPr id="0" name=""/>
        <dsp:cNvSpPr/>
      </dsp:nvSpPr>
      <dsp:spPr>
        <a:xfrm>
          <a:off x="6484863" y="2666101"/>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dirty="0"/>
            <a:t>Focusing key point attention</a:t>
          </a:r>
        </a:p>
      </dsp:txBody>
      <dsp:txXfrm>
        <a:off x="6525515" y="2706753"/>
        <a:ext cx="2231954" cy="1306651"/>
      </dsp:txXfrm>
    </dsp:sp>
    <dsp:sp modelId="{80240613-E853-422B-8010-FD4D3DD1525C}">
      <dsp:nvSpPr>
        <dsp:cNvPr id="0" name=""/>
        <dsp:cNvSpPr/>
      </dsp:nvSpPr>
      <dsp:spPr>
        <a:xfrm rot="10800000">
          <a:off x="5790886" y="3073235"/>
          <a:ext cx="490410" cy="5736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b="1" kern="1200"/>
        </a:p>
      </dsp:txBody>
      <dsp:txXfrm rot="10800000">
        <a:off x="5938009" y="3187973"/>
        <a:ext cx="343287" cy="344212"/>
      </dsp:txXfrm>
    </dsp:sp>
    <dsp:sp modelId="{8868E73E-5B89-4364-B1D6-491AFBE867F5}">
      <dsp:nvSpPr>
        <dsp:cNvPr id="0" name=""/>
        <dsp:cNvSpPr/>
      </dsp:nvSpPr>
      <dsp:spPr>
        <a:xfrm>
          <a:off x="3246301" y="2666101"/>
          <a:ext cx="2313258" cy="13879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b="1" kern="1200"/>
            <a:t>Create a visual narrative</a:t>
          </a:r>
          <a:endParaRPr lang="en-GB" sz="2200" b="1" kern="1200" dirty="0"/>
        </a:p>
      </dsp:txBody>
      <dsp:txXfrm>
        <a:off x="3286953" y="2706753"/>
        <a:ext cx="2231954" cy="130665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FA1FEF-2EEA-4613-9D12-C4A3E0A7B8CE}" type="datetimeFigureOut">
              <a:rPr lang="en-GB" smtClean="0"/>
              <a:t>13/12/2023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6877F-E557-4809-B362-B5FAE45F6307}" type="slidenum">
              <a:rPr lang="en-GB" smtClean="0"/>
              <a:t>‹#›</a:t>
            </a:fld>
            <a:endParaRPr lang="en-GB"/>
          </a:p>
        </p:txBody>
      </p:sp>
    </p:spTree>
    <p:extLst>
      <p:ext uri="{BB962C8B-B14F-4D97-AF65-F5344CB8AC3E}">
        <p14:creationId xmlns:p14="http://schemas.microsoft.com/office/powerpoint/2010/main" val="4029991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A5B6877F-E557-4809-B362-B5FAE45F6307}" type="slidenum">
              <a:rPr lang="en-GB" smtClean="0"/>
              <a:t>1</a:t>
            </a:fld>
            <a:endParaRPr lang="en-GB"/>
          </a:p>
        </p:txBody>
      </p:sp>
    </p:spTree>
    <p:extLst>
      <p:ext uri="{BB962C8B-B14F-4D97-AF65-F5344CB8AC3E}">
        <p14:creationId xmlns:p14="http://schemas.microsoft.com/office/powerpoint/2010/main" val="1463357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4225" y="595313"/>
            <a:ext cx="5538788" cy="31146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9A9C37-A2FB-4AC2-AA91-AF6E90133E5E}" type="slidenum">
              <a:rPr lang="en-GB" smtClean="0"/>
              <a:t>3</a:t>
            </a:fld>
            <a:endParaRPr lang="en-GB" dirty="0"/>
          </a:p>
        </p:txBody>
      </p:sp>
    </p:spTree>
    <p:extLst>
      <p:ext uri="{BB962C8B-B14F-4D97-AF65-F5344CB8AC3E}">
        <p14:creationId xmlns:p14="http://schemas.microsoft.com/office/powerpoint/2010/main" val="203318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r>
              <a:rPr lang="en-GB" dirty="0"/>
              <a:t>Ask learners to send to Everyone, rather than</a:t>
            </a:r>
            <a:r>
              <a:rPr lang="en-GB" baseline="0" dirty="0"/>
              <a:t> just Host</a:t>
            </a:r>
          </a:p>
          <a:p>
            <a:endParaRPr lang="en-GB" baseline="0" dirty="0"/>
          </a:p>
          <a:p>
            <a:pPr marL="0" marR="0" lvl="0" indent="0" algn="l" defTabSz="914400" rtl="0" eaLnBrk="0" fontAlgn="base" latinLnBrk="0" hangingPunct="0">
              <a:lnSpc>
                <a:spcPct val="100000"/>
              </a:lnSpc>
              <a:spcBef>
                <a:spcPts val="3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Everyone then sees questions, answers and comments from everyone and feels more connected</a:t>
            </a:r>
          </a:p>
          <a:p>
            <a:endParaRPr lang="en-GB" dirty="0"/>
          </a:p>
        </p:txBody>
      </p:sp>
      <p:sp>
        <p:nvSpPr>
          <p:cNvPr id="4" name="Slide Number Placeholder 3"/>
          <p:cNvSpPr>
            <a:spLocks noGrp="1"/>
          </p:cNvSpPr>
          <p:nvPr>
            <p:ph type="sldNum" sz="quarter" idx="5"/>
          </p:nvPr>
        </p:nvSpPr>
        <p:spPr/>
        <p:txBody>
          <a:bodyPr/>
          <a:lstStyle/>
          <a:p>
            <a:fld id="{DB876BEB-65FD-4604-BBA0-0F30E704D318}" type="slidenum">
              <a:rPr lang="en-GB" smtClean="0"/>
              <a:pPr/>
              <a:t>4</a:t>
            </a:fld>
            <a:endParaRPr lang="en-GB" dirty="0"/>
          </a:p>
        </p:txBody>
      </p:sp>
    </p:spTree>
    <p:extLst>
      <p:ext uri="{BB962C8B-B14F-4D97-AF65-F5344CB8AC3E}">
        <p14:creationId xmlns:p14="http://schemas.microsoft.com/office/powerpoint/2010/main" val="789348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dirty="0"/>
              <a:t>Encourage learners to use Raised Hands and</a:t>
            </a:r>
            <a:r>
              <a:rPr lang="en-GB" baseline="0" dirty="0"/>
              <a:t> Reactions regularly to </a:t>
            </a:r>
            <a:r>
              <a:rPr lang="en-GB" dirty="0"/>
              <a:t>confirm understanding of a topic / ask a question</a:t>
            </a:r>
            <a:r>
              <a:rPr lang="en-GB" baseline="0" dirty="0"/>
              <a:t> / check in with you</a:t>
            </a:r>
            <a:endParaRPr lang="en-GB" dirty="0"/>
          </a:p>
        </p:txBody>
      </p:sp>
      <p:sp>
        <p:nvSpPr>
          <p:cNvPr id="4" name="Slide Number Placeholder 3"/>
          <p:cNvSpPr>
            <a:spLocks noGrp="1"/>
          </p:cNvSpPr>
          <p:nvPr>
            <p:ph type="sldNum" sz="quarter" idx="5"/>
          </p:nvPr>
        </p:nvSpPr>
        <p:spPr/>
        <p:txBody>
          <a:bodyPr/>
          <a:lstStyle/>
          <a:p>
            <a:fld id="{DB876BEB-65FD-4604-BBA0-0F30E704D318}" type="slidenum">
              <a:rPr lang="en-GB" smtClean="0"/>
              <a:pPr/>
              <a:t>5</a:t>
            </a:fld>
            <a:endParaRPr lang="en-GB" dirty="0"/>
          </a:p>
        </p:txBody>
      </p:sp>
    </p:spTree>
    <p:extLst>
      <p:ext uri="{BB962C8B-B14F-4D97-AF65-F5344CB8AC3E}">
        <p14:creationId xmlns:p14="http://schemas.microsoft.com/office/powerpoint/2010/main" val="2833571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E9A9C37-A2FB-4AC2-AA91-AF6E90133E5E}" type="slidenum">
              <a:rPr kumimoji="0" lang="en-GB" sz="10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7</a:t>
            </a:fld>
            <a:endParaRPr kumimoji="0" lang="en-GB" sz="10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217539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E9A9C37-A2FB-4AC2-AA91-AF6E90133E5E}" type="slidenum">
              <a:rPr kumimoji="0" lang="en-GB" sz="10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8</a:t>
            </a:fld>
            <a:endParaRPr kumimoji="0" lang="en-GB" sz="10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520804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E9A9C37-A2FB-4AC2-AA91-AF6E90133E5E}" type="slidenum">
              <a:rPr kumimoji="0" lang="en-GB" sz="10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10</a:t>
            </a:fld>
            <a:endParaRPr kumimoji="0" lang="en-GB" sz="10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91652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876BEB-65FD-4604-BBA0-0F30E704D318}" type="slidenum">
              <a:rPr kumimoji="0" lang="en-GB"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677125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GB" dirty="0"/>
              <a:t>Name the four steps in the Insight Pyramid and place them in the correct order</a:t>
            </a:r>
          </a:p>
          <a:p>
            <a:pPr marL="457200" indent="-457200">
              <a:buFont typeface="+mj-lt"/>
              <a:buAutoNum type="arabicPeriod"/>
            </a:pPr>
            <a:r>
              <a:rPr lang="en-GB" dirty="0"/>
              <a:t>Fill in the blanks: ‘To cultivate a data-driven mindset the organisation must have the right </a:t>
            </a:r>
            <a:r>
              <a:rPr lang="en-GB" b="1" dirty="0"/>
              <a:t>culture</a:t>
            </a:r>
            <a:r>
              <a:rPr lang="en-GB" dirty="0"/>
              <a:t>, the right </a:t>
            </a:r>
            <a:r>
              <a:rPr lang="en-GB" b="1" dirty="0"/>
              <a:t>structure</a:t>
            </a:r>
            <a:r>
              <a:rPr lang="en-GB" dirty="0"/>
              <a:t> and the right </a:t>
            </a:r>
            <a:r>
              <a:rPr lang="en-GB" b="1" dirty="0"/>
              <a:t>technology</a:t>
            </a:r>
            <a:r>
              <a:rPr lang="en-GB" dirty="0"/>
              <a:t>.’</a:t>
            </a:r>
          </a:p>
          <a:p>
            <a:pPr marL="457200" indent="-457200">
              <a:buFont typeface="+mj-lt"/>
              <a:buAutoNum type="arabicPeriod"/>
            </a:pPr>
            <a:r>
              <a:rPr lang="en-GB" dirty="0"/>
              <a:t>What is the difference between data and information?</a:t>
            </a:r>
          </a:p>
          <a:p>
            <a:pPr marL="457200" indent="-457200">
              <a:buFont typeface="+mj-lt"/>
              <a:buAutoNum type="arabicPeriod"/>
            </a:pPr>
            <a:r>
              <a:rPr lang="en-GB" dirty="0"/>
              <a:t>Match the numbers to the letters</a:t>
            </a:r>
          </a:p>
          <a:p>
            <a:pPr marL="0" algn="l" rtl="0" eaLnBrk="1" fontAlgn="ctr" latinLnBrk="0" hangingPunct="1">
              <a:spcBef>
                <a:spcPts val="0"/>
              </a:spcBef>
              <a:spcAft>
                <a:spcPts val="0"/>
              </a:spcAft>
            </a:pPr>
            <a:r>
              <a:rPr lang="en-GB" sz="1800" b="1" i="0" u="none" strike="noStrike" kern="1200" dirty="0">
                <a:solidFill>
                  <a:srgbClr val="004050"/>
                </a:solidFill>
                <a:effectLst/>
                <a:latin typeface="Montserrat" panose="00000500000000000000" pitchFamily="2" charset="0"/>
              </a:rPr>
              <a:t>1 &amp; C</a:t>
            </a:r>
          </a:p>
          <a:p>
            <a:pPr marL="0" algn="l" rtl="0" eaLnBrk="1" fontAlgn="ctr" latinLnBrk="0" hangingPunct="1">
              <a:spcBef>
                <a:spcPts val="0"/>
              </a:spcBef>
              <a:spcAft>
                <a:spcPts val="0"/>
              </a:spcAft>
            </a:pPr>
            <a:r>
              <a:rPr lang="en-GB" sz="1800" b="1" i="0" u="none" strike="noStrike" kern="1200" dirty="0">
                <a:solidFill>
                  <a:srgbClr val="004050"/>
                </a:solidFill>
                <a:effectLst/>
                <a:latin typeface="Montserrat" panose="00000500000000000000" pitchFamily="2" charset="0"/>
              </a:rPr>
              <a:t>2 &amp; A</a:t>
            </a:r>
          </a:p>
          <a:p>
            <a:pPr marL="0" algn="l" rtl="0" eaLnBrk="1" fontAlgn="ctr" latinLnBrk="0" hangingPunct="1">
              <a:spcBef>
                <a:spcPts val="0"/>
              </a:spcBef>
              <a:spcAft>
                <a:spcPts val="0"/>
              </a:spcAft>
            </a:pPr>
            <a:r>
              <a:rPr lang="en-GB" sz="1800" b="1" i="0" u="none" strike="noStrike" kern="1200" dirty="0">
                <a:solidFill>
                  <a:srgbClr val="004050"/>
                </a:solidFill>
                <a:effectLst/>
                <a:latin typeface="Montserrat" panose="00000500000000000000" pitchFamily="2" charset="0"/>
              </a:rPr>
              <a:t>3 &amp; B</a:t>
            </a:r>
            <a:endParaRPr lang="en-GB" sz="1800" b="1" i="0" u="none" strike="noStrike" dirty="0">
              <a:effectLst/>
              <a:latin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6877F-E557-4809-B362-B5FAE45F630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8651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What key elements does data governance cover?</a:t>
            </a:r>
            <a:br>
              <a:rPr lang="en-GB" dirty="0"/>
            </a:br>
            <a:r>
              <a:rPr lang="en-GB" dirty="0"/>
              <a:t>Answers can include: Data collection, data quality, data management, privacy, compliance and data value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Name four steps that form part of the data lifecycle</a:t>
            </a:r>
            <a:br>
              <a:rPr lang="en-GB" dirty="0"/>
            </a:br>
            <a:r>
              <a:rPr lang="en-GB" dirty="0"/>
              <a:t>Answers can include: Generation, collection, processing, storage, management, analysis, visualisation and interpretation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What are BI and MI?</a:t>
            </a:r>
            <a:br>
              <a:rPr lang="en-GB" dirty="0"/>
            </a:br>
            <a:r>
              <a:rPr lang="en-GB" dirty="0"/>
              <a:t>Answers will vary but should be similar to: BI is used to define how an organisation is performing with customers and products. MI refers to how the organisation, processes and people are performing.</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Give a definition of enterprise data. Answers will vary but should include some reference to centrally stored and managed. Also could include references to it being created by business processes, available when required, consistent (single source) for all to use if required, seen as valuable to the business.</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6877F-E557-4809-B362-B5FAE45F630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2338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GB" dirty="0"/>
              <a:t>What is data granularity?</a:t>
            </a:r>
            <a:br>
              <a:rPr lang="en-GB" dirty="0"/>
            </a:br>
            <a:r>
              <a:rPr lang="en-GB" dirty="0"/>
              <a:t>The level of detail in the data</a:t>
            </a:r>
          </a:p>
          <a:p>
            <a:pPr marL="457200" indent="-457200">
              <a:buFont typeface="+mj-lt"/>
              <a:buAutoNum type="arabicPeriod"/>
            </a:pPr>
            <a:r>
              <a:rPr lang="en-GB" dirty="0"/>
              <a:t>Describe the difference between data type and data format</a:t>
            </a:r>
            <a:br>
              <a:rPr lang="en-GB" dirty="0"/>
            </a:br>
            <a:r>
              <a:rPr lang="en-GB" dirty="0"/>
              <a:t>Data type is the attribute that describes what the data is (and used for). Format is how the data appears</a:t>
            </a:r>
          </a:p>
          <a:p>
            <a:pPr marL="457200" indent="-457200">
              <a:buFont typeface="+mj-lt"/>
              <a:buAutoNum type="arabicPeriod"/>
            </a:pPr>
            <a:r>
              <a:rPr lang="en-GB" dirty="0"/>
              <a:t>What is a dataset?</a:t>
            </a:r>
            <a:br>
              <a:rPr lang="en-GB" dirty="0"/>
            </a:br>
            <a:r>
              <a:rPr lang="en-GB" dirty="0"/>
              <a:t>Collection of data from data sources used for a data model and analysis</a:t>
            </a:r>
          </a:p>
          <a:p>
            <a:pPr marL="457200" indent="-457200">
              <a:buFont typeface="+mj-lt"/>
              <a:buAutoNum type="arabicPeriod"/>
            </a:pPr>
            <a:r>
              <a:rPr lang="en-GB" dirty="0"/>
              <a:t>Name four quality metrics</a:t>
            </a:r>
            <a:br>
              <a:rPr lang="en-GB" dirty="0"/>
            </a:br>
            <a:r>
              <a:rPr lang="en-GB" dirty="0"/>
              <a:t>Answers can include accuracy, completeness, consistency, timeliness, availability, legitimacy and accessibility</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6877F-E557-4809-B362-B5FAE45F630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020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GB" dirty="0"/>
              <a:t>You are creating a relationship between two tables. What attribute do the fields need to have?</a:t>
            </a:r>
            <a:br>
              <a:rPr lang="en-GB" dirty="0"/>
            </a:br>
            <a:r>
              <a:rPr lang="en-GB" dirty="0"/>
              <a:t>The same data type</a:t>
            </a:r>
          </a:p>
          <a:p>
            <a:pPr marL="457200" indent="-457200">
              <a:buFont typeface="+mj-lt"/>
              <a:buAutoNum type="arabicPeriod"/>
            </a:pPr>
            <a:r>
              <a:rPr lang="en-GB" dirty="0"/>
              <a:t>Name four data types</a:t>
            </a:r>
            <a:br>
              <a:rPr lang="en-GB" dirty="0"/>
            </a:br>
            <a:r>
              <a:rPr lang="en-GB" dirty="0"/>
              <a:t>Answers can include text, number (and types), date (and date/time, time), Boolean, </a:t>
            </a:r>
            <a:r>
              <a:rPr lang="en-GB" dirty="0" err="1"/>
              <a:t>url</a:t>
            </a:r>
            <a:endParaRPr lang="en-GB" dirty="0"/>
          </a:p>
          <a:p>
            <a:pPr marL="457200" indent="-457200">
              <a:buFont typeface="+mj-lt"/>
              <a:buAutoNum type="arabicPeriod"/>
            </a:pPr>
            <a:r>
              <a:rPr lang="en-GB" dirty="0"/>
              <a:t>Describe a difference between quantitative and qualitative data</a:t>
            </a:r>
            <a:br>
              <a:rPr lang="en-GB" dirty="0"/>
            </a:br>
            <a:r>
              <a:rPr lang="en-GB" dirty="0"/>
              <a:t>Answers will vary but should include some reference to measured/counted and descriptive. May include Measures and Dimensions, discrete and continuous</a:t>
            </a:r>
          </a:p>
          <a:p>
            <a:pPr marL="457200" indent="-457200">
              <a:buFont typeface="+mj-lt"/>
              <a:buAutoNum type="arabicPeriod"/>
            </a:pPr>
            <a:r>
              <a:rPr lang="en-GB" dirty="0"/>
              <a:t>Name two data scales</a:t>
            </a:r>
            <a:br>
              <a:rPr lang="en-GB" dirty="0"/>
            </a:br>
            <a:r>
              <a:rPr lang="en-GB" dirty="0"/>
              <a:t>Answers can include nominal, ordinal, interval or ratio</a:t>
            </a:r>
          </a:p>
          <a:p>
            <a:pPr marL="457200" indent="-457200">
              <a:buFont typeface="+mj-lt"/>
              <a:buAutoNum type="arabicPeriod"/>
            </a:pPr>
            <a:r>
              <a:rPr lang="en-GB" dirty="0"/>
              <a:t>What is a dimension?</a:t>
            </a:r>
            <a:br>
              <a:rPr lang="en-GB" dirty="0"/>
            </a:br>
            <a:r>
              <a:rPr lang="en-GB" dirty="0"/>
              <a:t>Answer can include reference to keys, qualitative, categories/segments, used to describe facts, used in normalised data and relationships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6877F-E557-4809-B362-B5FAE45F630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202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GB" sz="3600" dirty="0"/>
              <a:t>What characteristics should a hypothesis have?</a:t>
            </a:r>
            <a:br>
              <a:rPr lang="en-GB" sz="3600" dirty="0"/>
            </a:br>
            <a:r>
              <a:rPr lang="en-GB" sz="3600" dirty="0"/>
              <a:t>Be testable, unbiased, concise and define the context</a:t>
            </a:r>
          </a:p>
          <a:p>
            <a:pPr marL="457200" indent="-457200">
              <a:buFont typeface="+mj-lt"/>
              <a:buAutoNum type="arabicPeriod"/>
            </a:pPr>
            <a:r>
              <a:rPr lang="en-GB" sz="3600" dirty="0"/>
              <a:t>Name two types of analytics</a:t>
            </a:r>
            <a:br>
              <a:rPr lang="en-GB" sz="3600" dirty="0"/>
            </a:br>
            <a:r>
              <a:rPr lang="en-GB" sz="3600" dirty="0"/>
              <a:t>Answers can include descriptive, diagnostic, predictive or prescriptive</a:t>
            </a:r>
          </a:p>
          <a:p>
            <a:pPr marL="457200" indent="-457200">
              <a:buFont typeface="+mj-lt"/>
              <a:buAutoNum type="arabicPeriod"/>
            </a:pPr>
            <a:r>
              <a:rPr lang="en-GB" sz="3600" dirty="0"/>
              <a:t>What is the data analytics lifecycle?</a:t>
            </a:r>
            <a:br>
              <a:rPr lang="en-GB" sz="3600" dirty="0"/>
            </a:br>
            <a:r>
              <a:rPr lang="en-GB" sz="3600" dirty="0"/>
              <a:t>Answers will vary but should include references to the process (and possibly steps) which form the route from business question/problem through data collection/prep, analysis, visuals and decision back to the business question </a:t>
            </a:r>
          </a:p>
          <a:p>
            <a:pPr marL="457200" indent="-457200">
              <a:buFont typeface="+mj-lt"/>
              <a:buAutoNum type="arabicPeriod"/>
            </a:pPr>
            <a:r>
              <a:rPr lang="en-GB" sz="3600" dirty="0"/>
              <a:t>How can the central tendency in a dataset be calculated?</a:t>
            </a:r>
            <a:br>
              <a:rPr lang="en-GB" sz="3600" dirty="0"/>
            </a:br>
            <a:r>
              <a:rPr lang="en-GB" sz="3600" dirty="0"/>
              <a:t>Answers will likely include averages</a:t>
            </a:r>
          </a:p>
          <a:p>
            <a:pPr marL="457200" indent="-457200">
              <a:buFont typeface="+mj-lt"/>
              <a:buAutoNum type="arabicPeriod"/>
            </a:pPr>
            <a:r>
              <a:rPr lang="en-GB" sz="3600" dirty="0"/>
              <a:t>Name three ways the spread of values can be measured</a:t>
            </a:r>
            <a:br>
              <a:rPr lang="en-GB" sz="3600" dirty="0"/>
            </a:br>
            <a:r>
              <a:rPr lang="en-GB" sz="3600" dirty="0"/>
              <a:t>Answers likely to include MIN/MAX, Deviation, Percentile/Quartile or Ranking</a:t>
            </a:r>
          </a:p>
          <a:p>
            <a:pPr marL="457200" indent="-457200">
              <a:buFont typeface="+mj-lt"/>
              <a:buAutoNum type="arabicPeriod"/>
            </a:pPr>
            <a:r>
              <a:rPr lang="en-GB" sz="3600" dirty="0"/>
              <a:t>What makes a good data question?</a:t>
            </a:r>
            <a:br>
              <a:rPr lang="en-GB" sz="3600" dirty="0"/>
            </a:br>
            <a:r>
              <a:rPr lang="en-GB" sz="3600" dirty="0"/>
              <a:t>Be clear, concise and measurable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6877F-E557-4809-B362-B5FAE45F630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204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B6877F-E557-4809-B362-B5FAE45F6307}" type="slidenum">
              <a:rPr lang="en-GB" smtClean="0"/>
              <a:t>23</a:t>
            </a:fld>
            <a:endParaRPr lang="en-GB"/>
          </a:p>
        </p:txBody>
      </p:sp>
    </p:spTree>
    <p:extLst>
      <p:ext uri="{BB962C8B-B14F-4D97-AF65-F5344CB8AC3E}">
        <p14:creationId xmlns:p14="http://schemas.microsoft.com/office/powerpoint/2010/main" val="1853649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8663" y="581025"/>
            <a:ext cx="5400675" cy="30384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E9A9C37-A2FB-4AC2-AA91-AF6E90133E5E}" type="slidenum">
              <a:rPr kumimoji="0" lang="en-GB" sz="10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24</a:t>
            </a:fld>
            <a:endParaRPr kumimoji="0" lang="en-GB" sz="10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47082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5C2132-4B19-4B61-9032-41C486BCCCE9}" type="slidenum">
              <a:rPr lang="en-GB" smtClean="0"/>
              <a:t>25</a:t>
            </a:fld>
            <a:endParaRPr lang="en-GB" dirty="0"/>
          </a:p>
        </p:txBody>
      </p:sp>
    </p:spTree>
    <p:extLst>
      <p:ext uri="{BB962C8B-B14F-4D97-AF65-F5344CB8AC3E}">
        <p14:creationId xmlns:p14="http://schemas.microsoft.com/office/powerpoint/2010/main" val="1587543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5C2132-4B19-4B61-9032-41C486BCCCE9}" type="slidenum">
              <a:rPr lang="en-GB" smtClean="0"/>
              <a:t>27</a:t>
            </a:fld>
            <a:endParaRPr lang="en-GB" dirty="0"/>
          </a:p>
        </p:txBody>
      </p:sp>
    </p:spTree>
    <p:extLst>
      <p:ext uri="{BB962C8B-B14F-4D97-AF65-F5344CB8AC3E}">
        <p14:creationId xmlns:p14="http://schemas.microsoft.com/office/powerpoint/2010/main" val="2877462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sv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6.xml"/><Relationship Id="rId4" Type="http://schemas.openxmlformats.org/officeDocument/2006/relationships/image" Target="../media/image14.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6.xml"/><Relationship Id="rId4" Type="http://schemas.openxmlformats.org/officeDocument/2006/relationships/image" Target="../media/image14.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11.xml"/><Relationship Id="rId4" Type="http://schemas.openxmlformats.org/officeDocument/2006/relationships/image" Target="../media/image2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1.xml"/><Relationship Id="rId4" Type="http://schemas.openxmlformats.org/officeDocument/2006/relationships/image" Target="../media/image27.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1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11.xml"/><Relationship Id="rId4" Type="http://schemas.openxmlformats.org/officeDocument/2006/relationships/image" Target="../media/image25.svg"/></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Master" Target="../slideMasters/slideMaster12.xml"/><Relationship Id="rId5" Type="http://schemas.openxmlformats.org/officeDocument/2006/relationships/image" Target="../media/image25.svg"/><Relationship Id="rId4" Type="http://schemas.openxmlformats.org/officeDocument/2006/relationships/image" Target="../media/image13.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12.xml"/><Relationship Id="rId4" Type="http://schemas.openxmlformats.org/officeDocument/2006/relationships/image" Target="../media/image25.sv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2.xml"/><Relationship Id="rId4" Type="http://schemas.openxmlformats.org/officeDocument/2006/relationships/image" Target="../media/image35.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2.xml"/><Relationship Id="rId5" Type="http://schemas.microsoft.com/office/2007/relationships/hdphoto" Target="../media/hdphoto2.wdp"/><Relationship Id="rId4" Type="http://schemas.openxmlformats.org/officeDocument/2006/relationships/image" Target="../media/image34.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1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4.png"/><Relationship Id="rId1" Type="http://schemas.openxmlformats.org/officeDocument/2006/relationships/slideMaster" Target="../slideMasters/slideMaster12.xml"/><Relationship Id="rId5" Type="http://schemas.openxmlformats.org/officeDocument/2006/relationships/image" Target="../media/image25.svg"/><Relationship Id="rId4" Type="http://schemas.openxmlformats.org/officeDocument/2006/relationships/image" Target="../media/image13.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12.xml"/><Relationship Id="rId4" Type="http://schemas.openxmlformats.org/officeDocument/2006/relationships/image" Target="../media/image25.svg"/></Relationships>
</file>

<file path=ppt/slideLayouts/_rels/slideLayout1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6.png"/><Relationship Id="rId1" Type="http://schemas.openxmlformats.org/officeDocument/2006/relationships/slideMaster" Target="../slideMasters/slideMaster13.xml"/><Relationship Id="rId5" Type="http://schemas.openxmlformats.org/officeDocument/2006/relationships/image" Target="../media/image25.svg"/><Relationship Id="rId4" Type="http://schemas.openxmlformats.org/officeDocument/2006/relationships/image" Target="../media/image13.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3.xml"/><Relationship Id="rId5" Type="http://schemas.microsoft.com/office/2007/relationships/hdphoto" Target="../media/hdphoto4.wdp"/><Relationship Id="rId4" Type="http://schemas.openxmlformats.org/officeDocument/2006/relationships/image" Target="../media/image37.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6.png"/><Relationship Id="rId1" Type="http://schemas.openxmlformats.org/officeDocument/2006/relationships/slideMaster" Target="../slideMasters/slideMaster13.xml"/><Relationship Id="rId5" Type="http://schemas.openxmlformats.org/officeDocument/2006/relationships/image" Target="../media/image25.svg"/><Relationship Id="rId4" Type="http://schemas.openxmlformats.org/officeDocument/2006/relationships/image" Target="../media/image13.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Welcome">
    <p:bg>
      <p:bgPr>
        <a:solidFill>
          <a:srgbClr val="004050"/>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348027" y="536783"/>
            <a:ext cx="2127213" cy="1197621"/>
          </a:xfrm>
          <a:prstGeom prst="rect">
            <a:avLst/>
          </a:prstGeom>
        </p:spPr>
      </p:pic>
      <p:sp>
        <p:nvSpPr>
          <p:cNvPr id="8" name="Text Placeholder 6"/>
          <p:cNvSpPr>
            <a:spLocks noGrp="1"/>
          </p:cNvSpPr>
          <p:nvPr>
            <p:ph type="body" sz="quarter" idx="12" hasCustomPrompt="1"/>
          </p:nvPr>
        </p:nvSpPr>
        <p:spPr>
          <a:xfrm>
            <a:off x="385300" y="5237213"/>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1800" b="1">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5710699" cy="2277604"/>
          </a:xfrm>
        </p:spPr>
        <p:txBody>
          <a:bodyPr anchor="ctr" anchorCtr="0">
            <a:noAutofit/>
          </a:bodyPr>
          <a:lstStyle>
            <a:lvl1pPr algn="l">
              <a:lnSpc>
                <a:spcPct val="100000"/>
              </a:lnSpc>
              <a:defRPr sz="3600" cap="all" baseline="0">
                <a:solidFill>
                  <a:schemeClr val="bg1"/>
                </a:solidFill>
              </a:defRPr>
            </a:lvl1pPr>
          </a:lstStyle>
          <a:p>
            <a:r>
              <a:rPr lang="en-US" noProof="0"/>
              <a:t>CLICK TO EDIT TITLE</a:t>
            </a:r>
            <a:endParaRPr lang="en-GB" noProof="0"/>
          </a:p>
        </p:txBody>
      </p:sp>
      <p:sp>
        <p:nvSpPr>
          <p:cNvPr id="5" name="Text Placeholder 4"/>
          <p:cNvSpPr>
            <a:spLocks noGrp="1"/>
          </p:cNvSpPr>
          <p:nvPr>
            <p:ph type="body" sz="quarter" idx="13" hasCustomPrompt="1"/>
          </p:nvPr>
        </p:nvSpPr>
        <p:spPr>
          <a:xfrm>
            <a:off x="7824705" y="5237213"/>
            <a:ext cx="3978275" cy="1255712"/>
          </a:xfrm>
        </p:spPr>
        <p:txBody>
          <a:bodyPr/>
          <a:lstStyle>
            <a:lvl1pPr marL="0" indent="0">
              <a:lnSpc>
                <a:spcPct val="100000"/>
              </a:lnSpc>
              <a:spcBef>
                <a:spcPts val="0"/>
              </a:spcBef>
              <a:spcAft>
                <a:spcPts val="600"/>
              </a:spcAft>
              <a:buNone/>
              <a:defRPr sz="1400" b="1" cap="none" baseline="0">
                <a:solidFill>
                  <a:schemeClr val="bg1"/>
                </a:solidFill>
              </a:defRPr>
            </a:lvl1pPr>
          </a:lstStyle>
          <a:p>
            <a:r>
              <a:rPr lang="en-GB"/>
              <a:t>Trainer name, job title, certifications, email…</a:t>
            </a:r>
          </a:p>
        </p:txBody>
      </p:sp>
      <p:pic>
        <p:nvPicPr>
          <p:cNvPr id="7" name="Picture 6"/>
          <p:cNvPicPr>
            <a:picLocks noChangeAspect="1"/>
          </p:cNvPicPr>
          <p:nvPr userDrawn="1"/>
        </p:nvPicPr>
        <p:blipFill>
          <a:blip r:embed="rId3"/>
          <a:stretch>
            <a:fillRect/>
          </a:stretch>
        </p:blipFill>
        <p:spPr>
          <a:xfrm>
            <a:off x="0" y="3856395"/>
            <a:ext cx="7552267" cy="1399822"/>
          </a:xfrm>
          <a:prstGeom prst="rect">
            <a:avLst/>
          </a:prstGeom>
        </p:spPr>
      </p:pic>
      <p:sp>
        <p:nvSpPr>
          <p:cNvPr id="19" name="Picture Placeholder 18"/>
          <p:cNvSpPr>
            <a:spLocks noGrp="1"/>
          </p:cNvSpPr>
          <p:nvPr>
            <p:ph type="pic" sz="quarter" idx="14"/>
          </p:nvPr>
        </p:nvSpPr>
        <p:spPr>
          <a:xfrm rot="1022761">
            <a:off x="8194571" y="1546240"/>
            <a:ext cx="3013382" cy="301338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p>
            <a:endParaRPr lang="en-GB"/>
          </a:p>
        </p:txBody>
      </p:sp>
    </p:spTree>
    <p:extLst>
      <p:ext uri="{BB962C8B-B14F-4D97-AF65-F5344CB8AC3E}">
        <p14:creationId xmlns:p14="http://schemas.microsoft.com/office/powerpoint/2010/main" val="4275452412"/>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Materials">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3990108" y="0"/>
            <a:ext cx="8222211" cy="6878320"/>
          </a:xfrm>
          <a:prstGeom prst="rect">
            <a:avLst/>
          </a:prstGeom>
        </p:spPr>
      </p:pic>
      <p:sp>
        <p:nvSpPr>
          <p:cNvPr id="6" name="Rectangle 5"/>
          <p:cNvSpPr/>
          <p:nvPr/>
        </p:nvSpPr>
        <p:spPr>
          <a:xfrm>
            <a:off x="-1" y="0"/>
            <a:ext cx="4140000"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5B5D0DF-4895-DB4F-85D9-C3FFDE55B8C8}"/>
              </a:ext>
            </a:extLst>
          </p:cNvPr>
          <p:cNvSpPr/>
          <p:nvPr/>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bg1"/>
          </a:solidFill>
          <a:ln w="6350" cap="flat">
            <a:noFill/>
            <a:prstDash val="solid"/>
            <a:miter/>
          </a:ln>
        </p:spPr>
        <p:txBody>
          <a:bodyPr rtlCol="0" anchor="ctr"/>
          <a:lstStyle/>
          <a:p>
            <a:endParaRPr lang="en-GB"/>
          </a:p>
        </p:txBody>
      </p:sp>
      <p:sp>
        <p:nvSpPr>
          <p:cNvPr id="12" name="Title 1"/>
          <p:cNvSpPr>
            <a:spLocks noGrp="1"/>
          </p:cNvSpPr>
          <p:nvPr>
            <p:ph type="title"/>
          </p:nvPr>
        </p:nvSpPr>
        <p:spPr>
          <a:xfrm>
            <a:off x="263525" y="365125"/>
            <a:ext cx="3671887" cy="3736857"/>
          </a:xfrm>
          <a:prstGeom prst="rect">
            <a:avLst/>
          </a:prstGeom>
        </p:spPr>
        <p:txBody>
          <a:bodyPr anchor="ctr">
            <a:normAutofit/>
          </a:bodyPr>
          <a:lstStyle>
            <a:lvl1pPr>
              <a:defRPr sz="32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09417699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Refreshments">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duotone>
              <a:prstClr val="black"/>
              <a:schemeClr val="tx2">
                <a:tint val="45000"/>
                <a:satMod val="400000"/>
              </a:schemeClr>
            </a:duotone>
            <a:extLst>
              <a:ext uri="{28A0092B-C50C-407E-A947-70E740481C1C}">
                <a14:useLocalDpi xmlns:a14="http://schemas.microsoft.com/office/drawing/2010/main" val="0"/>
              </a:ext>
            </a:extLst>
          </a:blip>
          <a:srcRect/>
          <a:stretch/>
        </p:blipFill>
        <p:spPr>
          <a:xfrm>
            <a:off x="3948545" y="-8313"/>
            <a:ext cx="8395855" cy="6866314"/>
          </a:xfrm>
          <a:prstGeom prst="rect">
            <a:avLst/>
          </a:prstGeom>
        </p:spPr>
      </p:pic>
      <p:sp>
        <p:nvSpPr>
          <p:cNvPr id="6" name="Rectangle 5"/>
          <p:cNvSpPr/>
          <p:nvPr/>
        </p:nvSpPr>
        <p:spPr>
          <a:xfrm>
            <a:off x="-1" y="0"/>
            <a:ext cx="414000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15D5F177-4EB0-4466-A9EE-2E51D9CE69F7}" type="slidenum">
              <a:rPr lang="en-GB" smtClean="0"/>
              <a:t>‹#›</a:t>
            </a:fld>
            <a:endParaRPr lang="en-GB"/>
          </a:p>
        </p:txBody>
      </p:sp>
      <p:sp>
        <p:nvSpPr>
          <p:cNvPr id="14" name="Title 1"/>
          <p:cNvSpPr>
            <a:spLocks noGrp="1"/>
          </p:cNvSpPr>
          <p:nvPr>
            <p:ph type="title"/>
          </p:nvPr>
        </p:nvSpPr>
        <p:spPr>
          <a:xfrm>
            <a:off x="263525" y="365125"/>
            <a:ext cx="3671888" cy="3736857"/>
          </a:xfrm>
          <a:prstGeom prst="rect">
            <a:avLst/>
          </a:prstGeom>
        </p:spPr>
        <p:txBody>
          <a:bodyPr anchor="ctr">
            <a:normAutofit/>
          </a:bodyPr>
          <a:lstStyle>
            <a:lvl1pPr>
              <a:defRPr sz="32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590867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Fire Exits">
    <p:spTree>
      <p:nvGrpSpPr>
        <p:cNvPr id="1" name=""/>
        <p:cNvGrpSpPr/>
        <p:nvPr/>
      </p:nvGrpSpPr>
      <p:grpSpPr>
        <a:xfrm>
          <a:off x="0" y="0"/>
          <a:ext cx="0" cy="0"/>
          <a:chOff x="0" y="0"/>
          <a:chExt cx="0" cy="0"/>
        </a:xfrm>
      </p:grpSpPr>
      <p:pic>
        <p:nvPicPr>
          <p:cNvPr id="15" name="Picture 14"/>
          <p:cNvPicPr>
            <a:picLocks noChangeAspect="1"/>
          </p:cNvPicPr>
          <p:nvPr/>
        </p:nvPicPr>
        <p:blipFill rotWithShape="1">
          <a:blip r:embed="rId2" cstate="print">
            <a:duotone>
              <a:schemeClr val="accent3">
                <a:shade val="45000"/>
                <a:satMod val="135000"/>
              </a:schemeClr>
              <a:prstClr val="white"/>
            </a:duotone>
            <a:extLst>
              <a:ext uri="{28A0092B-C50C-407E-A947-70E740481C1C}">
                <a14:useLocalDpi xmlns:a14="http://schemas.microsoft.com/office/drawing/2010/main" val="0"/>
              </a:ext>
            </a:extLst>
          </a:blip>
          <a:srcRect r="-1"/>
          <a:stretch/>
        </p:blipFill>
        <p:spPr>
          <a:xfrm>
            <a:off x="3956858" y="-17755"/>
            <a:ext cx="8249938" cy="6906827"/>
          </a:xfrm>
          <a:prstGeom prst="rect">
            <a:avLst/>
          </a:prstGeom>
        </p:spPr>
      </p:pic>
      <p:sp>
        <p:nvSpPr>
          <p:cNvPr id="6" name="Rectangle 5"/>
          <p:cNvSpPr/>
          <p:nvPr/>
        </p:nvSpPr>
        <p:spPr>
          <a:xfrm>
            <a:off x="-1" y="0"/>
            <a:ext cx="4140000"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tle 1"/>
          <p:cNvSpPr>
            <a:spLocks noGrp="1"/>
          </p:cNvSpPr>
          <p:nvPr>
            <p:ph type="title"/>
          </p:nvPr>
        </p:nvSpPr>
        <p:spPr>
          <a:xfrm>
            <a:off x="263525" y="365125"/>
            <a:ext cx="3671888" cy="3736857"/>
          </a:xfrm>
          <a:prstGeom prst="rect">
            <a:avLst/>
          </a:prstGeom>
        </p:spPr>
        <p:txBody>
          <a:bodyPr anchor="ctr">
            <a:normAutofit/>
          </a:bodyPr>
          <a:lstStyle>
            <a:lvl1pPr>
              <a:defRPr sz="32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5508195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eal">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rgbClr val="004050"/>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lvl1pPr>
          </a:lstStyle>
          <a:p>
            <a:pPr lvl="0"/>
            <a:r>
              <a:rPr lang="en-US"/>
              <a:t>Click to edit topics/subtitle</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3776303846"/>
      </p:ext>
    </p:extLst>
  </p:cSld>
  <p:clrMapOvr>
    <a:masterClrMapping/>
  </p:clrMapOvr>
  <p:extLst>
    <p:ext uri="{DCECCB84-F9BA-43D5-87BE-67443E8EF086}">
      <p15:sldGuideLst xmlns:p15="http://schemas.microsoft.com/office/powerpoint/2012/main">
        <p15:guide id="1" pos="2729">
          <p15:clr>
            <a:srgbClr val="FBAE40"/>
          </p15:clr>
        </p15:guide>
        <p15:guide id="2" orient="horz" pos="210">
          <p15:clr>
            <a:srgbClr val="FBAE40"/>
          </p15:clr>
        </p15:guide>
        <p15:guide id="3" orient="horz" pos="3974">
          <p15:clr>
            <a:srgbClr val="FBAE40"/>
          </p15:clr>
        </p15:guide>
        <p15:guide id="4" orient="horz" pos="2024">
          <p15:clr>
            <a:srgbClr val="FBAE40"/>
          </p15:clr>
        </p15:guide>
        <p15:guide id="5" orient="horz" pos="2228">
          <p15:clr>
            <a:srgbClr val="FBAE40"/>
          </p15:clr>
        </p15:guide>
        <p15:guide id="6" pos="744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Blue">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rgbClr val="004050"/>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6"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lvl1pPr>
          </a:lstStyle>
          <a:p>
            <a:pPr lvl="0"/>
            <a:r>
              <a:rPr lang="en-US"/>
              <a:t>Click to edit module topics</a:t>
            </a:r>
          </a:p>
        </p:txBody>
      </p:sp>
    </p:spTree>
    <p:extLst>
      <p:ext uri="{BB962C8B-B14F-4D97-AF65-F5344CB8AC3E}">
        <p14:creationId xmlns:p14="http://schemas.microsoft.com/office/powerpoint/2010/main" val="326512603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Orange">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chemeClr val="bg1"/>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6"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solidFill>
                  <a:schemeClr val="bg1"/>
                </a:solidFill>
              </a:defRPr>
            </a:lvl1pPr>
          </a:lstStyle>
          <a:p>
            <a:pPr lvl="0"/>
            <a:r>
              <a:rPr lang="en-US"/>
              <a:t>Click to edit module topics</a:t>
            </a:r>
          </a:p>
        </p:txBody>
      </p:sp>
    </p:spTree>
    <p:extLst>
      <p:ext uri="{BB962C8B-B14F-4D97-AF65-F5344CB8AC3E}">
        <p14:creationId xmlns:p14="http://schemas.microsoft.com/office/powerpoint/2010/main" val="188992475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Purple">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chemeClr val="bg1"/>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8"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solidFill>
                  <a:schemeClr val="bg1"/>
                </a:solidFill>
              </a:defRPr>
            </a:lvl1pPr>
          </a:lstStyle>
          <a:p>
            <a:pPr lvl="0"/>
            <a:r>
              <a:rPr lang="en-US"/>
              <a:t>Click to edit module topics</a:t>
            </a:r>
          </a:p>
        </p:txBody>
      </p:sp>
    </p:spTree>
    <p:extLst>
      <p:ext uri="{BB962C8B-B14F-4D97-AF65-F5344CB8AC3E}">
        <p14:creationId xmlns:p14="http://schemas.microsoft.com/office/powerpoint/2010/main" val="28195793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ext (Purple)">
    <p:spTree>
      <p:nvGrpSpPr>
        <p:cNvPr id="1" name=""/>
        <p:cNvGrpSpPr/>
        <p:nvPr/>
      </p:nvGrpSpPr>
      <p:grpSpPr>
        <a:xfrm>
          <a:off x="0" y="0"/>
          <a:ext cx="0" cy="0"/>
          <a:chOff x="0" y="0"/>
          <a:chExt cx="0" cy="0"/>
        </a:xfrm>
      </p:grpSpPr>
      <p:grpSp>
        <p:nvGrpSpPr>
          <p:cNvPr id="15" name="Group 14"/>
          <p:cNvGrpSpPr/>
          <p:nvPr/>
        </p:nvGrpSpPr>
        <p:grpSpPr>
          <a:xfrm>
            <a:off x="-6058" y="3516217"/>
            <a:ext cx="5797612" cy="2396903"/>
            <a:chOff x="1320045" y="4580698"/>
            <a:chExt cx="3312434" cy="1370734"/>
          </a:xfrm>
          <a:solidFill>
            <a:srgbClr val="7E007C"/>
          </a:solidFill>
        </p:grpSpPr>
        <p:sp>
          <p:nvSpPr>
            <p:cNvPr id="16" name="Rectangle 15"/>
            <p:cNvSpPr/>
            <p:nvPr/>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2" name="Text Placeholder 4"/>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
        <p:nvSpPr>
          <p:cNvPr id="14"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Tree>
    <p:extLst>
      <p:ext uri="{BB962C8B-B14F-4D97-AF65-F5344CB8AC3E}">
        <p14:creationId xmlns:p14="http://schemas.microsoft.com/office/powerpoint/2010/main" val="370068675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Text (Teal)">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r="-1"/>
          <a:stretch/>
        </p:blipFill>
        <p:spPr>
          <a:xfrm>
            <a:off x="0" y="3249780"/>
            <a:ext cx="5967455" cy="2859259"/>
          </a:xfrm>
          <a:prstGeom prst="rect">
            <a:avLst/>
          </a:prstGeom>
        </p:spPr>
      </p:pic>
      <p:sp>
        <p:nvSpPr>
          <p:cNvPr id="2"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6" name="Text Placeholder 4">
            <a:extLst>
              <a:ext uri="{FF2B5EF4-FFF2-40B4-BE49-F238E27FC236}">
                <a16:creationId xmlns:a16="http://schemas.microsoft.com/office/drawing/2014/main" id="{A56CAC32-67FA-4479-86C1-AE29EFFAC59D}"/>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640253179"/>
      </p:ext>
    </p:extLst>
  </p:cSld>
  <p:clrMapOvr>
    <a:masterClrMapping/>
  </p:clrMapOvr>
  <p:extLst>
    <p:ext uri="{DCECCB84-F9BA-43D5-87BE-67443E8EF086}">
      <p15:sldGuideLst xmlns:p15="http://schemas.microsoft.com/office/powerpoint/2012/main">
        <p15:guide id="1" orient="horz" pos="2205">
          <p15:clr>
            <a:srgbClr val="FBAE40"/>
          </p15:clr>
        </p15:guide>
        <p15:guide id="2" pos="36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Text (Orange)">
    <p:spTree>
      <p:nvGrpSpPr>
        <p:cNvPr id="1" name=""/>
        <p:cNvGrpSpPr/>
        <p:nvPr/>
      </p:nvGrpSpPr>
      <p:grpSpPr>
        <a:xfrm>
          <a:off x="0" y="0"/>
          <a:ext cx="0" cy="0"/>
          <a:chOff x="0" y="0"/>
          <a:chExt cx="0" cy="0"/>
        </a:xfrm>
      </p:grpSpPr>
      <p:grpSp>
        <p:nvGrpSpPr>
          <p:cNvPr id="8" name="Group 7"/>
          <p:cNvGrpSpPr/>
          <p:nvPr/>
        </p:nvGrpSpPr>
        <p:grpSpPr>
          <a:xfrm>
            <a:off x="-6058" y="3516217"/>
            <a:ext cx="5797612" cy="2396903"/>
            <a:chOff x="1320045" y="4580698"/>
            <a:chExt cx="3312434" cy="1370734"/>
          </a:xfrm>
          <a:solidFill>
            <a:srgbClr val="F3622C"/>
          </a:solidFill>
        </p:grpSpPr>
        <p:sp>
          <p:nvSpPr>
            <p:cNvPr id="9" name="Rectangle 8"/>
            <p:cNvSpPr/>
            <p:nvPr/>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15" name="Text Placeholder 4">
            <a:extLst>
              <a:ext uri="{FF2B5EF4-FFF2-40B4-BE49-F238E27FC236}">
                <a16:creationId xmlns:a16="http://schemas.microsoft.com/office/drawing/2014/main" id="{B3E6336A-18F8-4D80-9AF9-77E7648203BB}"/>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33504942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ext (Teal)">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r="-1"/>
          <a:stretch/>
        </p:blipFill>
        <p:spPr>
          <a:xfrm>
            <a:off x="0" y="3249780"/>
            <a:ext cx="5967455" cy="2859259"/>
          </a:xfrm>
          <a:prstGeom prst="rect">
            <a:avLst/>
          </a:prstGeom>
        </p:spPr>
      </p:pic>
      <p:sp>
        <p:nvSpPr>
          <p:cNvPr id="2"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6" name="Text Placeholder 4">
            <a:extLst>
              <a:ext uri="{FF2B5EF4-FFF2-40B4-BE49-F238E27FC236}">
                <a16:creationId xmlns:a16="http://schemas.microsoft.com/office/drawing/2014/main" id="{A56CAC32-67FA-4479-86C1-AE29EFFAC59D}"/>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565979928"/>
      </p:ext>
    </p:extLst>
  </p:cSld>
  <p:clrMapOvr>
    <a:masterClrMapping/>
  </p:clrMapOvr>
  <p:extLst>
    <p:ext uri="{DCECCB84-F9BA-43D5-87BE-67443E8EF086}">
      <p15:sldGuideLst xmlns:p15="http://schemas.microsoft.com/office/powerpoint/2012/main">
        <p15:guide id="1" orient="horz" pos="2205">
          <p15:clr>
            <a:srgbClr val="FBAE40"/>
          </p15:clr>
        </p15:guide>
        <p15:guide id="2" pos="36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ext (Blue)">
    <p:spTree>
      <p:nvGrpSpPr>
        <p:cNvPr id="1" name=""/>
        <p:cNvGrpSpPr/>
        <p:nvPr/>
      </p:nvGrpSpPr>
      <p:grpSpPr>
        <a:xfrm>
          <a:off x="0" y="0"/>
          <a:ext cx="0" cy="0"/>
          <a:chOff x="0" y="0"/>
          <a:chExt cx="0" cy="0"/>
        </a:xfrm>
      </p:grpSpPr>
      <p:grpSp>
        <p:nvGrpSpPr>
          <p:cNvPr id="2" name="Group 1"/>
          <p:cNvGrpSpPr/>
          <p:nvPr/>
        </p:nvGrpSpPr>
        <p:grpSpPr>
          <a:xfrm>
            <a:off x="-6058" y="3516217"/>
            <a:ext cx="5797612" cy="2396903"/>
            <a:chOff x="1320045" y="4580698"/>
            <a:chExt cx="3312434" cy="1370734"/>
          </a:xfrm>
          <a:solidFill>
            <a:srgbClr val="28CFF9"/>
          </a:solidFill>
        </p:grpSpPr>
        <p:sp>
          <p:nvSpPr>
            <p:cNvPr id="12" name="Rectangle 11"/>
            <p:cNvSpPr/>
            <p:nvPr/>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20"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11" name="Text Placeholder 4">
            <a:extLst>
              <a:ext uri="{FF2B5EF4-FFF2-40B4-BE49-F238E27FC236}">
                <a16:creationId xmlns:a16="http://schemas.microsoft.com/office/drawing/2014/main" id="{9729C437-484B-4A28-9418-E1338027FF94}"/>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2377005279"/>
      </p:ext>
    </p:extLst>
  </p:cSld>
  <p:clrMapOvr>
    <a:masterClrMapping/>
  </p:clrMapOvr>
  <p:extLst>
    <p:ext uri="{DCECCB84-F9BA-43D5-87BE-67443E8EF086}">
      <p15:sldGuideLst xmlns:p15="http://schemas.microsoft.com/office/powerpoint/2012/main">
        <p15:guide id="1" orient="horz" pos="2205">
          <p15:clr>
            <a:srgbClr val="FBAE40"/>
          </p15:clr>
        </p15:guide>
        <p15:guide id="2" pos="36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ext (Orange)">
    <p:spTree>
      <p:nvGrpSpPr>
        <p:cNvPr id="1" name=""/>
        <p:cNvGrpSpPr/>
        <p:nvPr/>
      </p:nvGrpSpPr>
      <p:grpSpPr>
        <a:xfrm>
          <a:off x="0" y="0"/>
          <a:ext cx="0" cy="0"/>
          <a:chOff x="0" y="0"/>
          <a:chExt cx="0" cy="0"/>
        </a:xfrm>
      </p:grpSpPr>
      <p:grpSp>
        <p:nvGrpSpPr>
          <p:cNvPr id="8" name="Group 7"/>
          <p:cNvGrpSpPr/>
          <p:nvPr/>
        </p:nvGrpSpPr>
        <p:grpSpPr>
          <a:xfrm>
            <a:off x="-6058" y="3516217"/>
            <a:ext cx="5797612" cy="2396903"/>
            <a:chOff x="1320045" y="4580698"/>
            <a:chExt cx="3312434" cy="1370734"/>
          </a:xfrm>
          <a:solidFill>
            <a:srgbClr val="F3622C"/>
          </a:solidFill>
        </p:grpSpPr>
        <p:sp>
          <p:nvSpPr>
            <p:cNvPr id="9" name="Rectangle 8"/>
            <p:cNvSpPr/>
            <p:nvPr/>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15" name="Text Placeholder 4">
            <a:extLst>
              <a:ext uri="{FF2B5EF4-FFF2-40B4-BE49-F238E27FC236}">
                <a16:creationId xmlns:a16="http://schemas.microsoft.com/office/drawing/2014/main" id="{B3E6336A-18F8-4D80-9AF9-77E7648203BB}"/>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33119934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ext (Purple)">
    <p:spTree>
      <p:nvGrpSpPr>
        <p:cNvPr id="1" name=""/>
        <p:cNvGrpSpPr/>
        <p:nvPr/>
      </p:nvGrpSpPr>
      <p:grpSpPr>
        <a:xfrm>
          <a:off x="0" y="0"/>
          <a:ext cx="0" cy="0"/>
          <a:chOff x="0" y="0"/>
          <a:chExt cx="0" cy="0"/>
        </a:xfrm>
      </p:grpSpPr>
      <p:grpSp>
        <p:nvGrpSpPr>
          <p:cNvPr id="15" name="Group 14"/>
          <p:cNvGrpSpPr/>
          <p:nvPr/>
        </p:nvGrpSpPr>
        <p:grpSpPr>
          <a:xfrm>
            <a:off x="-6058" y="3516217"/>
            <a:ext cx="5797612" cy="2396903"/>
            <a:chOff x="1320045" y="4580698"/>
            <a:chExt cx="3312434" cy="1370734"/>
          </a:xfrm>
          <a:solidFill>
            <a:srgbClr val="7E007C"/>
          </a:solidFill>
        </p:grpSpPr>
        <p:sp>
          <p:nvSpPr>
            <p:cNvPr id="16" name="Rectangle 15"/>
            <p:cNvSpPr/>
            <p:nvPr/>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2" name="Text Placeholder 4"/>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
        <p:nvSpPr>
          <p:cNvPr id="14"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Tree>
    <p:extLst>
      <p:ext uri="{BB962C8B-B14F-4D97-AF65-F5344CB8AC3E}">
        <p14:creationId xmlns:p14="http://schemas.microsoft.com/office/powerpoint/2010/main" val="12337409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ext/Sidebar (Teal)">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2" name="Title 1"/>
          <p:cNvSpPr>
            <a:spLocks noGrp="1"/>
          </p:cNvSpPr>
          <p:nvPr>
            <p:ph type="title"/>
          </p:nvPr>
        </p:nvSpPr>
        <p:spPr>
          <a:xfrm>
            <a:off x="360218" y="365125"/>
            <a:ext cx="3468298" cy="3736857"/>
          </a:xfrm>
          <a:prstGeom prst="rect">
            <a:avLst/>
          </a:prstGeom>
        </p:spPr>
        <p:txBody>
          <a:bodyPr>
            <a:normAutofit/>
          </a:bodyPr>
          <a:lstStyle>
            <a:lvl1pPr>
              <a:defRPr sz="3200">
                <a:solidFill>
                  <a:schemeClr val="bg1"/>
                </a:solidFill>
              </a:defRPr>
            </a:lvl1pPr>
          </a:lstStyle>
          <a:p>
            <a:r>
              <a:rPr lang="en-US"/>
              <a:t>Click to edit Master title style</a:t>
            </a:r>
            <a:endParaRPr lang="en-GB"/>
          </a:p>
        </p:txBody>
      </p:sp>
      <p:sp>
        <p:nvSpPr>
          <p:cNvPr id="7" name="Text Placeholder 4">
            <a:extLst>
              <a:ext uri="{FF2B5EF4-FFF2-40B4-BE49-F238E27FC236}">
                <a16:creationId xmlns:a16="http://schemas.microsoft.com/office/drawing/2014/main" id="{52D3C6D9-5B92-46CA-AE83-16A66D86BA40}"/>
              </a:ext>
            </a:extLst>
          </p:cNvPr>
          <p:cNvSpPr>
            <a:spLocks noGrp="1"/>
          </p:cNvSpPr>
          <p:nvPr>
            <p:ph type="body" sz="quarter" idx="15" hasCustomPrompt="1"/>
          </p:nvPr>
        </p:nvSpPr>
        <p:spPr>
          <a:xfrm>
            <a:off x="5037138" y="365125"/>
            <a:ext cx="6733684" cy="6052299"/>
          </a:xfrm>
          <a:prstGeom prst="rect">
            <a:avLst/>
          </a:prstGeom>
        </p:spPr>
        <p:txBody>
          <a:bodyPr anchor="ctr">
            <a:normAutofit/>
          </a:bodyPr>
          <a:lstStyle>
            <a:lvl1pPr marL="0" indent="0">
              <a:lnSpc>
                <a:spcPct val="100000"/>
              </a:lnSpc>
              <a:buFont typeface="Arial" panose="020B0604020202020204" pitchFamily="34" charset="0"/>
              <a:buNone/>
              <a:defRPr lang="en-US" dirty="0"/>
            </a:lvl1pPr>
            <a:lvl2pPr marL="179388" indent="-179388">
              <a:buFont typeface="Arial" panose="020B0604020202020204" pitchFamily="34" charset="0"/>
              <a:buChar char="•"/>
              <a:defRPr sz="2000"/>
            </a:lvl2pPr>
            <a:lvl3pPr marL="444500" indent="-179388">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a:p>
            <a:pPr lvl="2"/>
            <a:r>
              <a:rPr lang="en-US"/>
              <a:t>Third level</a:t>
            </a:r>
          </a:p>
        </p:txBody>
      </p:sp>
      <p:pic>
        <p:nvPicPr>
          <p:cNvPr id="8" name="Graphic 31">
            <a:extLst>
              <a:ext uri="{FF2B5EF4-FFF2-40B4-BE49-F238E27FC236}">
                <a16:creationId xmlns:a16="http://schemas.microsoft.com/office/drawing/2014/main" id="{C137772E-A02C-416A-B6B7-434446164F7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10156641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ext/Sidebar (Orange)">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4" name="Rectangle 13"/>
          <p:cNvSpPr/>
          <p:nvPr/>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16" name="Title 1"/>
          <p:cNvSpPr>
            <a:spLocks noGrp="1"/>
          </p:cNvSpPr>
          <p:nvPr>
            <p:ph type="title"/>
          </p:nvPr>
        </p:nvSpPr>
        <p:spPr>
          <a:xfrm>
            <a:off x="360218" y="365125"/>
            <a:ext cx="3468298" cy="3736857"/>
          </a:xfrm>
          <a:prstGeom prst="rect">
            <a:avLst/>
          </a:prstGeom>
        </p:spPr>
        <p:txBody>
          <a:bodyPr>
            <a:normAutofit/>
          </a:bodyPr>
          <a:lstStyle>
            <a:lvl1pPr>
              <a:defRPr sz="3200">
                <a:solidFill>
                  <a:schemeClr val="bg1"/>
                </a:solidFill>
              </a:defRPr>
            </a:lvl1pPr>
          </a:lstStyle>
          <a:p>
            <a:r>
              <a:rPr lang="en-US"/>
              <a:t>Click to edit Master title style</a:t>
            </a:r>
            <a:endParaRPr lang="en-GB"/>
          </a:p>
        </p:txBody>
      </p:sp>
      <p:sp>
        <p:nvSpPr>
          <p:cNvPr id="18" name="Text Placeholder 4">
            <a:extLst>
              <a:ext uri="{FF2B5EF4-FFF2-40B4-BE49-F238E27FC236}">
                <a16:creationId xmlns:a16="http://schemas.microsoft.com/office/drawing/2014/main" id="{A9380D84-17DB-4013-8F7F-A958631E1078}"/>
              </a:ext>
            </a:extLst>
          </p:cNvPr>
          <p:cNvSpPr>
            <a:spLocks noGrp="1"/>
          </p:cNvSpPr>
          <p:nvPr>
            <p:ph type="body" sz="quarter" idx="15" hasCustomPrompt="1"/>
          </p:nvPr>
        </p:nvSpPr>
        <p:spPr>
          <a:xfrm>
            <a:off x="5037138" y="365125"/>
            <a:ext cx="6733684" cy="6052299"/>
          </a:xfrm>
          <a:prstGeom prst="rect">
            <a:avLst/>
          </a:prstGeom>
        </p:spPr>
        <p:txBody>
          <a:bodyPr anchor="ctr">
            <a:normAutofit/>
          </a:bodyPr>
          <a:lstStyle>
            <a:lvl1pPr marL="0" indent="0">
              <a:lnSpc>
                <a:spcPct val="100000"/>
              </a:lnSpc>
              <a:buFont typeface="Arial" panose="020B0604020202020204" pitchFamily="34" charset="0"/>
              <a:buNone/>
              <a:defRPr lang="en-US" dirty="0"/>
            </a:lvl1pPr>
            <a:lvl2pPr marL="179388" indent="-179388">
              <a:buFont typeface="Arial" panose="020B0604020202020204" pitchFamily="34" charset="0"/>
              <a:buChar char="•"/>
              <a:defRPr sz="2000"/>
            </a:lvl2pPr>
            <a:lvl3pPr marL="444500" indent="-179388">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a:p>
            <a:pPr lvl="2"/>
            <a:r>
              <a:rPr lang="en-US"/>
              <a:t>Third level</a:t>
            </a:r>
          </a:p>
        </p:txBody>
      </p:sp>
      <p:pic>
        <p:nvPicPr>
          <p:cNvPr id="17" name="Graphic 31">
            <a:extLst>
              <a:ext uri="{FF2B5EF4-FFF2-40B4-BE49-F238E27FC236}">
                <a16:creationId xmlns:a16="http://schemas.microsoft.com/office/drawing/2014/main" id="{1B0F8889-E840-4462-83F0-03AB466D2A0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362870156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ext/Sidebar (Blue)">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5B5D0DF-4895-DB4F-85D9-C3FFDE55B8C8}"/>
              </a:ext>
            </a:extLst>
          </p:cNvPr>
          <p:cNvSpPr/>
          <p:nvPr/>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
        <p:nvSpPr>
          <p:cNvPr id="7" name="Title 1"/>
          <p:cNvSpPr>
            <a:spLocks noGrp="1"/>
          </p:cNvSpPr>
          <p:nvPr>
            <p:ph type="title"/>
          </p:nvPr>
        </p:nvSpPr>
        <p:spPr>
          <a:xfrm>
            <a:off x="360218" y="365125"/>
            <a:ext cx="3468298" cy="3736857"/>
          </a:xfrm>
          <a:prstGeom prst="rect">
            <a:avLst/>
          </a:prstGeom>
        </p:spPr>
        <p:txBody>
          <a:bodyPr>
            <a:normAutofit/>
          </a:bodyPr>
          <a:lstStyle>
            <a:lvl1pPr>
              <a:defRPr sz="3200">
                <a:solidFill>
                  <a:schemeClr val="bg1"/>
                </a:solidFill>
              </a:defRPr>
            </a:lvl1pPr>
          </a:lstStyle>
          <a:p>
            <a:r>
              <a:rPr lang="en-US"/>
              <a:t>Click to edit Master title style</a:t>
            </a:r>
            <a:endParaRPr lang="en-GB"/>
          </a:p>
        </p:txBody>
      </p:sp>
      <p:sp>
        <p:nvSpPr>
          <p:cNvPr id="8" name="Text Placeholder 4">
            <a:extLst>
              <a:ext uri="{FF2B5EF4-FFF2-40B4-BE49-F238E27FC236}">
                <a16:creationId xmlns:a16="http://schemas.microsoft.com/office/drawing/2014/main" id="{B9F1720C-35BC-4529-9ED9-EE03C12C7359}"/>
              </a:ext>
            </a:extLst>
          </p:cNvPr>
          <p:cNvSpPr>
            <a:spLocks noGrp="1"/>
          </p:cNvSpPr>
          <p:nvPr>
            <p:ph type="body" sz="quarter" idx="15" hasCustomPrompt="1"/>
          </p:nvPr>
        </p:nvSpPr>
        <p:spPr>
          <a:xfrm>
            <a:off x="5037138" y="365125"/>
            <a:ext cx="6733684" cy="6052299"/>
          </a:xfrm>
          <a:prstGeom prst="rect">
            <a:avLst/>
          </a:prstGeom>
        </p:spPr>
        <p:txBody>
          <a:bodyPr anchor="ctr">
            <a:normAutofit/>
          </a:bodyPr>
          <a:lstStyle>
            <a:lvl1pPr marL="0" indent="0">
              <a:lnSpc>
                <a:spcPct val="100000"/>
              </a:lnSpc>
              <a:buFont typeface="Arial" panose="020B0604020202020204" pitchFamily="34" charset="0"/>
              <a:buNone/>
              <a:defRPr lang="en-US" dirty="0"/>
            </a:lvl1pPr>
            <a:lvl2pPr marL="179388" indent="-179388">
              <a:buFont typeface="Arial" panose="020B0604020202020204" pitchFamily="34" charset="0"/>
              <a:buChar char="•"/>
              <a:defRPr sz="2000"/>
            </a:lvl2pPr>
            <a:lvl3pPr marL="444500" indent="-179388">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a:p>
            <a:pPr lvl="2"/>
            <a:r>
              <a:rPr lang="en-US"/>
              <a:t>Third level</a:t>
            </a:r>
          </a:p>
        </p:txBody>
      </p:sp>
      <p:pic>
        <p:nvPicPr>
          <p:cNvPr id="9" name="Graphic 31">
            <a:extLst>
              <a:ext uri="{FF2B5EF4-FFF2-40B4-BE49-F238E27FC236}">
                <a16:creationId xmlns:a16="http://schemas.microsoft.com/office/drawing/2014/main" id="{23D1FFFC-42E7-4E11-A60A-B5F5093702D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124761973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ext/Sidebar (Purple)">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p:cNvSpPr>
            <a:spLocks noGrp="1"/>
          </p:cNvSpPr>
          <p:nvPr>
            <p:ph type="title"/>
          </p:nvPr>
        </p:nvSpPr>
        <p:spPr>
          <a:xfrm>
            <a:off x="360218" y="365125"/>
            <a:ext cx="3468298" cy="3736857"/>
          </a:xfrm>
          <a:prstGeom prst="rect">
            <a:avLst/>
          </a:prstGeom>
        </p:spPr>
        <p:txBody>
          <a:bodyPr>
            <a:normAutofit/>
          </a:bodyPr>
          <a:lstStyle>
            <a:lvl1pPr>
              <a:defRPr sz="3200">
                <a:solidFill>
                  <a:schemeClr val="bg1"/>
                </a:solidFill>
              </a:defRPr>
            </a:lvl1pPr>
          </a:lstStyle>
          <a:p>
            <a:r>
              <a:rPr lang="en-US"/>
              <a:t>Click to edit Master title style</a:t>
            </a:r>
            <a:endParaRPr lang="en-GB"/>
          </a:p>
        </p:txBody>
      </p:sp>
      <p:grpSp>
        <p:nvGrpSpPr>
          <p:cNvPr id="7" name="Group 6">
            <a:extLst>
              <a:ext uri="{FF2B5EF4-FFF2-40B4-BE49-F238E27FC236}">
                <a16:creationId xmlns:a16="http://schemas.microsoft.com/office/drawing/2014/main" id="{51C13B23-0164-1C4E-9E7A-3F1ECA7824F7}"/>
              </a:ext>
            </a:extLst>
          </p:cNvPr>
          <p:cNvGrpSpPr/>
          <p:nvPr/>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 Placeholder 4">
            <a:extLst>
              <a:ext uri="{FF2B5EF4-FFF2-40B4-BE49-F238E27FC236}">
                <a16:creationId xmlns:a16="http://schemas.microsoft.com/office/drawing/2014/main" id="{6045815D-5400-4B66-99D9-FCEA5B425E34}"/>
              </a:ext>
            </a:extLst>
          </p:cNvPr>
          <p:cNvSpPr>
            <a:spLocks noGrp="1"/>
          </p:cNvSpPr>
          <p:nvPr>
            <p:ph type="body" sz="quarter" idx="15" hasCustomPrompt="1"/>
          </p:nvPr>
        </p:nvSpPr>
        <p:spPr>
          <a:xfrm>
            <a:off x="5037138" y="365125"/>
            <a:ext cx="6733684" cy="6052299"/>
          </a:xfrm>
          <a:prstGeom prst="rect">
            <a:avLst/>
          </a:prstGeom>
        </p:spPr>
        <p:txBody>
          <a:bodyPr anchor="ctr">
            <a:normAutofit/>
          </a:bodyPr>
          <a:lstStyle>
            <a:lvl1pPr marL="0" indent="0">
              <a:lnSpc>
                <a:spcPct val="100000"/>
              </a:lnSpc>
              <a:buFont typeface="Arial" panose="020B0604020202020204" pitchFamily="34" charset="0"/>
              <a:buNone/>
              <a:defRPr lang="en-US" dirty="0"/>
            </a:lvl1pPr>
            <a:lvl2pPr marL="179388" indent="-179388">
              <a:buFont typeface="Arial" panose="020B0604020202020204" pitchFamily="34" charset="0"/>
              <a:buChar char="•"/>
              <a:defRPr sz="2000"/>
            </a:lvl2pPr>
            <a:lvl3pPr marL="444500" indent="-179388">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a:p>
            <a:pPr lvl="2"/>
            <a:r>
              <a:rPr lang="en-US"/>
              <a:t>Third level</a:t>
            </a:r>
          </a:p>
        </p:txBody>
      </p:sp>
      <p:pic>
        <p:nvPicPr>
          <p:cNvPr id="17" name="Graphic 31">
            <a:extLst>
              <a:ext uri="{FF2B5EF4-FFF2-40B4-BE49-F238E27FC236}">
                <a16:creationId xmlns:a16="http://schemas.microsoft.com/office/drawing/2014/main" id="{16DCE9A1-1DA3-421A-8863-F0523EAC8BD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70987027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rrow (Orange)">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l="2277"/>
          <a:stretch/>
        </p:blipFill>
        <p:spPr>
          <a:xfrm>
            <a:off x="0" y="727389"/>
            <a:ext cx="3884023" cy="1758582"/>
          </a:xfrm>
          <a:prstGeom prst="rect">
            <a:avLst/>
          </a:prstGeom>
        </p:spPr>
      </p:pic>
      <p:sp>
        <p:nvSpPr>
          <p:cNvPr id="8" name="Text Placeholder 2"/>
          <p:cNvSpPr>
            <a:spLocks noGrp="1"/>
          </p:cNvSpPr>
          <p:nvPr>
            <p:ph type="body" sz="quarter" idx="10" hasCustomPrompt="1"/>
          </p:nvPr>
        </p:nvSpPr>
        <p:spPr>
          <a:xfrm>
            <a:off x="4029573" y="1268340"/>
            <a:ext cx="7382347" cy="1217631"/>
          </a:xfrm>
        </p:spPr>
        <p:txBody>
          <a:bodyPr/>
          <a:lstStyle>
            <a:lvl1pPr marL="0" indent="0">
              <a:lnSpc>
                <a:spcPct val="90000"/>
              </a:lnSpc>
              <a:spcAft>
                <a:spcPts val="0"/>
              </a:spcAft>
              <a:buFont typeface="Arial" panose="020B0604020202020204" pitchFamily="34" charset="0"/>
              <a:buNone/>
              <a:defRPr sz="48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title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03348207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rrow (Red)">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cstate="print">
            <a:extLst>
              <a:ext uri="{28A0092B-C50C-407E-A947-70E740481C1C}">
                <a14:useLocalDpi xmlns:a14="http://schemas.microsoft.com/office/drawing/2010/main" val="0"/>
              </a:ext>
            </a:extLst>
          </a:blip>
          <a:srcRect l="42453"/>
          <a:stretch/>
        </p:blipFill>
        <p:spPr>
          <a:xfrm rot="16200000">
            <a:off x="-1630516" y="2753391"/>
            <a:ext cx="5624513" cy="2584704"/>
          </a:xfrm>
          <a:prstGeom prst="rect">
            <a:avLst/>
          </a:prstGeom>
        </p:spPr>
      </p:pic>
      <p:sp>
        <p:nvSpPr>
          <p:cNvPr id="3" name="Text Placeholder 2"/>
          <p:cNvSpPr>
            <a:spLocks noGrp="1"/>
          </p:cNvSpPr>
          <p:nvPr>
            <p:ph type="body" sz="quarter" idx="10" hasCustomPrompt="1"/>
          </p:nvPr>
        </p:nvSpPr>
        <p:spPr>
          <a:xfrm>
            <a:off x="2500921" y="1233486"/>
            <a:ext cx="9315449" cy="1204914"/>
          </a:xfrm>
        </p:spPr>
        <p:txBody>
          <a:bodyPr anchor="t"/>
          <a:lstStyle>
            <a:lvl1pPr marL="0" indent="0">
              <a:lnSpc>
                <a:spcPct val="90000"/>
              </a:lnSpc>
              <a:spcAft>
                <a:spcPts val="0"/>
              </a:spcAft>
              <a:buFont typeface="Arial" panose="020B0604020202020204" pitchFamily="34" charset="0"/>
              <a:buNone/>
              <a:defRPr sz="40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title</a:t>
            </a:r>
          </a:p>
        </p:txBody>
      </p:sp>
      <p:sp>
        <p:nvSpPr>
          <p:cNvPr id="5" name="Text Placeholder 4"/>
          <p:cNvSpPr>
            <a:spLocks noGrp="1"/>
          </p:cNvSpPr>
          <p:nvPr>
            <p:ph type="body" sz="quarter" idx="11" hasCustomPrompt="1"/>
          </p:nvPr>
        </p:nvSpPr>
        <p:spPr>
          <a:xfrm>
            <a:off x="2635624" y="2617695"/>
            <a:ext cx="9180747" cy="3860894"/>
          </a:xfrm>
        </p:spPr>
        <p:txBody>
          <a:bodyPr>
            <a:noAutofit/>
          </a:bodyPr>
          <a:lstStyle>
            <a:lvl1pPr marL="270000" indent="-270000">
              <a:buFont typeface="Arial" panose="020B0604020202020204" pitchFamily="34" charset="0"/>
              <a:buChar char="•"/>
              <a:defRPr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1">
              <a:lnSpc>
                <a:spcPct val="100000"/>
              </a:lnSpc>
              <a:spcAft>
                <a:spcPts val="1200"/>
              </a:spcAft>
              <a:buFont typeface="Arial" panose="020B0604020202020204" pitchFamily="34" charset="0"/>
              <a:buChar char="•"/>
            </a:pPr>
            <a:r>
              <a:rPr lang="en-GB"/>
              <a:t>Text to sit here</a:t>
            </a:r>
          </a:p>
          <a:p>
            <a:pPr lvl="1">
              <a:lnSpc>
                <a:spcPct val="100000"/>
              </a:lnSpc>
              <a:spcAft>
                <a:spcPts val="1200"/>
              </a:spcAft>
              <a:buFont typeface="Arial" panose="020B0604020202020204" pitchFamily="34" charset="0"/>
              <a:buChar char="•"/>
            </a:pPr>
            <a:r>
              <a:rPr lang="en-GB"/>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a:t>Text to sit here</a:t>
            </a:r>
          </a:p>
          <a:p>
            <a:pPr lvl="1">
              <a:lnSpc>
                <a:spcPct val="100000"/>
              </a:lnSpc>
              <a:spcAft>
                <a:spcPts val="1200"/>
              </a:spcAft>
              <a:buFont typeface="Arial" panose="020B0604020202020204" pitchFamily="34" charset="0"/>
              <a:buChar char="•"/>
            </a:pPr>
            <a:endParaRPr lang="en-GB"/>
          </a:p>
          <a:p>
            <a:pPr lvl="1">
              <a:lnSpc>
                <a:spcPct val="100000"/>
              </a:lnSpc>
              <a:spcAft>
                <a:spcPts val="1200"/>
              </a:spcAft>
              <a:buFont typeface="Arial" panose="020B0604020202020204" pitchFamily="34" charset="0"/>
              <a:buChar char="•"/>
            </a:pPr>
            <a:endParaRPr lang="en-GB"/>
          </a:p>
          <a:p>
            <a:pPr lvl="1">
              <a:lnSpc>
                <a:spcPct val="100000"/>
              </a:lnSpc>
              <a:spcAft>
                <a:spcPts val="1200"/>
              </a:spcAft>
              <a:buFont typeface="Arial" panose="020B0604020202020204" pitchFamily="34" charset="0"/>
              <a:buChar char="•"/>
            </a:pPr>
            <a:endParaRPr lang="en-GB"/>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23764238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
        <p:nvSpPr>
          <p:cNvPr id="6" name="Rectangle 5"/>
          <p:cNvSpPr/>
          <p:nvPr userDrawn="1"/>
        </p:nvSpPr>
        <p:spPr>
          <a:xfrm>
            <a:off x="0" y="0"/>
            <a:ext cx="12192000" cy="26274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2"/>
              </a:solidFill>
            </a:endParaRPr>
          </a:p>
        </p:txBody>
      </p:sp>
      <p:sp>
        <p:nvSpPr>
          <p:cNvPr id="2" name="Title 1"/>
          <p:cNvSpPr>
            <a:spLocks noGrp="1"/>
          </p:cNvSpPr>
          <p:nvPr>
            <p:ph type="title"/>
          </p:nvPr>
        </p:nvSpPr>
        <p:spPr>
          <a:xfrm>
            <a:off x="1041520" y="650944"/>
            <a:ext cx="10108960" cy="1325563"/>
          </a:xfrm>
        </p:spPr>
        <p:txBody>
          <a:bodyPr/>
          <a:lstStyle>
            <a:lvl1pPr algn="ctr">
              <a:defRPr>
                <a:solidFill>
                  <a:schemeClr val="bg2"/>
                </a:solidFill>
              </a:defRPr>
            </a:lvl1p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3C9C554F-2335-4EBA-A5CB-7E6DBA707ABC}" type="slidenum">
              <a:rPr lang="en-GB" smtClean="0"/>
              <a:t>‹#›</a:t>
            </a:fld>
            <a:endParaRPr lang="en-GB"/>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3379485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3C9C554F-2335-4EBA-A5CB-7E6DBA707ABC}" type="slidenum">
              <a:rPr lang="en-GB" smtClean="0"/>
              <a:t>‹#›</a:t>
            </a:fld>
            <a:endParaRPr lang="en-GB"/>
          </a:p>
        </p:txBody>
      </p:sp>
      <p:sp>
        <p:nvSpPr>
          <p:cNvPr id="5" name="Content Placeholder 4"/>
          <p:cNvSpPr>
            <a:spLocks noGrp="1"/>
          </p:cNvSpPr>
          <p:nvPr>
            <p:ph sz="quarter" idx="11"/>
          </p:nvPr>
        </p:nvSpPr>
        <p:spPr>
          <a:xfrm>
            <a:off x="360218" y="1808163"/>
            <a:ext cx="11471564" cy="4392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16396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3C9C554F-2335-4EBA-A5CB-7E6DBA707ABC}" type="slidenum">
              <a:rPr lang="en-GB" smtClean="0"/>
              <a:t>‹#›</a:t>
            </a:fld>
            <a:endParaRPr lang="en-GB"/>
          </a:p>
        </p:txBody>
      </p:sp>
    </p:spTree>
    <p:extLst>
      <p:ext uri="{BB962C8B-B14F-4D97-AF65-F5344CB8AC3E}">
        <p14:creationId xmlns:p14="http://schemas.microsoft.com/office/powerpoint/2010/main" val="18837877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Two-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3C9C554F-2335-4EBA-A5CB-7E6DBA707ABC}" type="slidenum">
              <a:rPr lang="en-GB" smtClean="0"/>
              <a:t>‹#›</a:t>
            </a:fld>
            <a:endParaRPr lang="en-GB"/>
          </a:p>
        </p:txBody>
      </p:sp>
      <p:sp>
        <p:nvSpPr>
          <p:cNvPr id="5" name="Content Placeholder 4"/>
          <p:cNvSpPr>
            <a:spLocks noGrp="1"/>
          </p:cNvSpPr>
          <p:nvPr>
            <p:ph sz="quarter" idx="11"/>
          </p:nvPr>
        </p:nvSpPr>
        <p:spPr>
          <a:xfrm>
            <a:off x="360218" y="1808164"/>
            <a:ext cx="5491942" cy="439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4"/>
          <p:cNvSpPr>
            <a:spLocks noGrp="1"/>
          </p:cNvSpPr>
          <p:nvPr>
            <p:ph sz="quarter" idx="12"/>
          </p:nvPr>
        </p:nvSpPr>
        <p:spPr>
          <a:xfrm>
            <a:off x="6339840" y="1808164"/>
            <a:ext cx="5491942" cy="439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4384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98584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Blue 1">
    <p:bg>
      <p:bgPr>
        <a:solidFill>
          <a:srgbClr val="28CFF9"/>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891250" y="-1"/>
            <a:ext cx="5300749" cy="6887911"/>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grpSp>
        <p:nvGrpSpPr>
          <p:cNvPr id="9" name="Group 8"/>
          <p:cNvGrpSpPr/>
          <p:nvPr/>
        </p:nvGrpSpPr>
        <p:grpSpPr>
          <a:xfrm>
            <a:off x="0" y="3516594"/>
            <a:ext cx="6358189" cy="2396903"/>
            <a:chOff x="999763" y="4580698"/>
            <a:chExt cx="3632716" cy="1370734"/>
          </a:xfrm>
          <a:solidFill>
            <a:srgbClr val="004050"/>
          </a:solidFill>
        </p:grpSpPr>
        <p:sp>
          <p:nvSpPr>
            <p:cNvPr id="10" name="Rectangle 9"/>
            <p:cNvSpPr/>
            <p:nvPr/>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5710699" cy="2277604"/>
          </a:xfrm>
        </p:spPr>
        <p:txBody>
          <a:bodyPr anchor="ctr" anchorCtr="0">
            <a:noAutofit/>
          </a:bodyPr>
          <a:lstStyle>
            <a:lvl1pPr algn="l">
              <a:lnSpc>
                <a:spcPct val="100000"/>
              </a:lnSpc>
              <a:defRPr sz="3600" cap="all" baseline="0"/>
            </a:lvl1pPr>
          </a:lstStyle>
          <a:p>
            <a:r>
              <a:rPr lang="en-US" noProof="0"/>
              <a:t>CLICK TO EDIT TITLE</a:t>
            </a:r>
            <a:endParaRPr lang="en-GB" noProof="0"/>
          </a:p>
        </p:txBody>
      </p:sp>
      <p:pic>
        <p:nvPicPr>
          <p:cNvPr id="18" name="Graphic 29">
            <a:extLst>
              <a:ext uri="{FF2B5EF4-FFF2-40B4-BE49-F238E27FC236}">
                <a16:creationId xmlns:a16="http://schemas.microsoft.com/office/drawing/2014/main" id="{572E6A4A-143B-E94B-A1BF-29C50E635AE7}"/>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Tree>
    <p:extLst>
      <p:ext uri="{BB962C8B-B14F-4D97-AF65-F5344CB8AC3E}">
        <p14:creationId xmlns:p14="http://schemas.microsoft.com/office/powerpoint/2010/main" val="328794638"/>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ue 2">
    <p:bg>
      <p:bgPr>
        <a:solidFill>
          <a:srgbClr val="28CFF9"/>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985164" y="490450"/>
            <a:ext cx="6206836" cy="6388913"/>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grpSp>
        <p:nvGrpSpPr>
          <p:cNvPr id="9" name="Group 8"/>
          <p:cNvGrpSpPr/>
          <p:nvPr/>
        </p:nvGrpSpPr>
        <p:grpSpPr>
          <a:xfrm>
            <a:off x="0" y="3516594"/>
            <a:ext cx="6358189" cy="2396903"/>
            <a:chOff x="999763" y="4580698"/>
            <a:chExt cx="3632716" cy="1370734"/>
          </a:xfrm>
          <a:solidFill>
            <a:srgbClr val="004050"/>
          </a:solidFill>
        </p:grpSpPr>
        <p:sp>
          <p:nvSpPr>
            <p:cNvPr id="10" name="Rectangle 9"/>
            <p:cNvSpPr/>
            <p:nvPr/>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5710699" cy="2277604"/>
          </a:xfrm>
        </p:spPr>
        <p:txBody>
          <a:bodyPr anchor="ctr" anchorCtr="0">
            <a:noAutofit/>
          </a:bodyPr>
          <a:lstStyle>
            <a:lvl1pPr algn="l">
              <a:lnSpc>
                <a:spcPct val="100000"/>
              </a:lnSpc>
              <a:defRPr sz="3600" cap="all" baseline="0"/>
            </a:lvl1pPr>
          </a:lstStyle>
          <a:p>
            <a:r>
              <a:rPr lang="en-US" noProof="0"/>
              <a:t>CLICK TO EDIT TITLE</a:t>
            </a:r>
            <a:endParaRPr lang="en-GB" noProof="0"/>
          </a:p>
        </p:txBody>
      </p:sp>
      <p:pic>
        <p:nvPicPr>
          <p:cNvPr id="17" name="Graphic 29">
            <a:extLst>
              <a:ext uri="{FF2B5EF4-FFF2-40B4-BE49-F238E27FC236}">
                <a16:creationId xmlns:a16="http://schemas.microsoft.com/office/drawing/2014/main" id="{572E6A4A-143B-E94B-A1BF-29C50E635AE7}"/>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Tree>
    <p:extLst>
      <p:ext uri="{BB962C8B-B14F-4D97-AF65-F5344CB8AC3E}">
        <p14:creationId xmlns:p14="http://schemas.microsoft.com/office/powerpoint/2010/main" val="1743553467"/>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Orange 3">
    <p:bg>
      <p:bgPr>
        <a:solidFill>
          <a:srgbClr val="EB622E"/>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796444" y="498764"/>
            <a:ext cx="7395556" cy="6389146"/>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grpSp>
        <p:nvGrpSpPr>
          <p:cNvPr id="9" name="Group 8"/>
          <p:cNvGrpSpPr/>
          <p:nvPr/>
        </p:nvGrpSpPr>
        <p:grpSpPr>
          <a:xfrm>
            <a:off x="0" y="3516594"/>
            <a:ext cx="6358189" cy="2396903"/>
            <a:chOff x="999763" y="4580698"/>
            <a:chExt cx="3632716" cy="1370734"/>
          </a:xfrm>
          <a:solidFill>
            <a:schemeClr val="bg1"/>
          </a:solidFill>
        </p:grpSpPr>
        <p:sp>
          <p:nvSpPr>
            <p:cNvPr id="10" name="Rectangle 9"/>
            <p:cNvSpPr/>
            <p:nvPr/>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5710699" cy="2277604"/>
          </a:xfrm>
        </p:spPr>
        <p:txBody>
          <a:bodyPr anchor="ctr" anchorCtr="0">
            <a:noAutofit/>
          </a:bodyPr>
          <a:lstStyle>
            <a:lvl1pPr algn="l">
              <a:lnSpc>
                <a:spcPct val="100000"/>
              </a:lnSpc>
              <a:defRPr sz="3600" cap="all" baseline="0">
                <a:solidFill>
                  <a:schemeClr val="bg1"/>
                </a:solidFill>
              </a:defRPr>
            </a:lvl1pPr>
          </a:lstStyle>
          <a:p>
            <a:r>
              <a:rPr lang="en-US" noProof="0"/>
              <a:t>CLICK TO EDIT TITLE</a:t>
            </a:r>
            <a:endParaRPr lang="en-GB" noProof="0"/>
          </a:p>
        </p:txBody>
      </p:sp>
      <p:pic>
        <p:nvPicPr>
          <p:cNvPr id="17" name="Graphic 29">
            <a:extLst>
              <a:ext uri="{FF2B5EF4-FFF2-40B4-BE49-F238E27FC236}">
                <a16:creationId xmlns:a16="http://schemas.microsoft.com/office/drawing/2014/main" id="{572E6A4A-143B-E94B-A1BF-29C50E635AE7}"/>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Tree>
    <p:extLst>
      <p:ext uri="{BB962C8B-B14F-4D97-AF65-F5344CB8AC3E}">
        <p14:creationId xmlns:p14="http://schemas.microsoft.com/office/powerpoint/2010/main" val="2266980904"/>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eal">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19761" cy="1988032"/>
          </a:xfrm>
        </p:spPr>
        <p:txBody>
          <a:bodyPr anchor="b" anchorCtr="0">
            <a:noAutofit/>
          </a:bodyPr>
          <a:lstStyle>
            <a:lvl1pPr algn="l">
              <a:lnSpc>
                <a:spcPct val="90000"/>
              </a:lnSpc>
              <a:defRPr sz="3600" spc="60" baseline="0">
                <a:solidFill>
                  <a:srgbClr val="004050"/>
                </a:solidFill>
              </a:defRPr>
            </a:lvl1pPr>
          </a:lstStyle>
          <a:p>
            <a:r>
              <a:rPr lang="en-US" noProof="0"/>
              <a:t>CLICK TO EDIT </a:t>
            </a:r>
            <a:br>
              <a:rPr lang="en-US" noProof="0"/>
            </a:br>
            <a:r>
              <a:rPr lang="en-US" noProof="0"/>
              <a:t>MASTER TITLE STYLE</a:t>
            </a:r>
            <a:endParaRPr lang="en-GB" noProof="0"/>
          </a:p>
        </p:txBody>
      </p:sp>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022161684"/>
      </p:ext>
    </p:extLst>
  </p:cSld>
  <p:clrMapOvr>
    <a:masterClrMapping/>
  </p:clrMapOvr>
  <p:extLst>
    <p:ext uri="{DCECCB84-F9BA-43D5-87BE-67443E8EF086}">
      <p15:sldGuideLst xmlns:p15="http://schemas.microsoft.com/office/powerpoint/2012/main">
        <p15:guide id="1" orient="horz" pos="2251">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Blue">
    <p:bg>
      <p:bgPr>
        <a:solidFill>
          <a:schemeClr val="tx1"/>
        </a:solidFill>
        <a:effectLst/>
      </p:bgPr>
    </p:bg>
    <p:spTree>
      <p:nvGrpSpPr>
        <p:cNvPr id="1" name=""/>
        <p:cNvGrpSpPr/>
        <p:nvPr/>
      </p:nvGrpSpPr>
      <p:grpSpPr>
        <a:xfrm>
          <a:off x="0" y="0"/>
          <a:ext cx="0" cy="0"/>
          <a:chOff x="0" y="0"/>
          <a:chExt cx="0" cy="0"/>
        </a:xfrm>
      </p:grpSpPr>
      <p:sp>
        <p:nvSpPr>
          <p:cNvPr id="5" name="Rectangle 4"/>
          <p:cNvSpPr/>
          <p:nvPr/>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p:nvSpPr>
        <p:spPr>
          <a:xfrm flipV="1">
            <a:off x="0" y="234950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7" name="Rectangle 6"/>
          <p:cNvSpPr/>
          <p:nvPr/>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6"/>
            <a:ext cx="5719761" cy="2324874"/>
          </a:xfrm>
        </p:spPr>
        <p:txBody>
          <a:bodyPr anchor="b" anchorCtr="0">
            <a:noAutofit/>
          </a:bodyPr>
          <a:lstStyle>
            <a:lvl1pPr algn="l">
              <a:lnSpc>
                <a:spcPct val="90000"/>
              </a:lnSpc>
              <a:defRPr sz="3600" spc="60" baseline="0">
                <a:solidFill>
                  <a:srgbClr val="004050"/>
                </a:solidFill>
              </a:defRPr>
            </a:lvl1pPr>
          </a:lstStyle>
          <a:p>
            <a:r>
              <a:rPr lang="en-US" noProof="0"/>
              <a:t>CLICK TO EDIT </a:t>
            </a:r>
            <a:br>
              <a:rPr lang="en-US" noProof="0"/>
            </a:br>
            <a:r>
              <a:rPr lang="en-US" noProof="0"/>
              <a:t>MASTER TITLE STYLE</a:t>
            </a:r>
            <a:endParaRPr lang="en-GB" noProof="0"/>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99647425"/>
      </p:ext>
    </p:extLst>
  </p:cSld>
  <p:clrMapOvr>
    <a:masterClrMapping/>
  </p:clrMapOvr>
  <p:extLst>
    <p:ext uri="{DCECCB84-F9BA-43D5-87BE-67443E8EF086}">
      <p15:sldGuideLst xmlns:p15="http://schemas.microsoft.com/office/powerpoint/2012/main">
        <p15:guide id="1" orient="horz" pos="981">
          <p15:clr>
            <a:srgbClr val="FBAE40"/>
          </p15:clr>
        </p15:guide>
        <p15:guide id="2" pos="3840">
          <p15:clr>
            <a:srgbClr val="FBAE40"/>
          </p15:clr>
        </p15:guide>
        <p15:guide id="3" orient="horz" pos="2251">
          <p15:clr>
            <a:srgbClr val="FBAE40"/>
          </p15:clr>
        </p15:guide>
        <p15:guide id="4" pos="23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Orange">
    <p:bg>
      <p:bgPr>
        <a:solidFill>
          <a:srgbClr val="F3622C"/>
        </a:solidFill>
        <a:effectLst/>
      </p:bgPr>
    </p:bg>
    <p:spTree>
      <p:nvGrpSpPr>
        <p:cNvPr id="1" name=""/>
        <p:cNvGrpSpPr/>
        <p:nvPr/>
      </p:nvGrpSpPr>
      <p:grpSpPr>
        <a:xfrm>
          <a:off x="0" y="0"/>
          <a:ext cx="0" cy="0"/>
          <a:chOff x="0" y="0"/>
          <a:chExt cx="0" cy="0"/>
        </a:xfrm>
      </p:grpSpPr>
      <p:sp>
        <p:nvSpPr>
          <p:cNvPr id="16" name="Rectangle 15"/>
          <p:cNvSpPr/>
          <p:nvPr/>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53935" cy="1986364"/>
          </a:xfrm>
        </p:spPr>
        <p:txBody>
          <a:bodyPr anchor="b" anchorCtr="0">
            <a:noAutofit/>
          </a:bodyPr>
          <a:lstStyle>
            <a:lvl1pPr algn="l">
              <a:lnSpc>
                <a:spcPct val="90000"/>
              </a:lnSpc>
              <a:defRPr sz="3600" spc="60" baseline="0">
                <a:solidFill>
                  <a:schemeClr val="bg1"/>
                </a:solidFill>
              </a:defRPr>
            </a:lvl1pPr>
          </a:lstStyle>
          <a:p>
            <a:r>
              <a:rPr lang="en-US" noProof="0"/>
              <a:t>CLICK TO EDIT </a:t>
            </a:r>
            <a:br>
              <a:rPr lang="en-US" noProof="0"/>
            </a:br>
            <a:r>
              <a:rPr lang="en-US" noProof="0"/>
              <a:t>MASTER TITLE STYLE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3173995504"/>
      </p:ext>
    </p:extLst>
  </p:cSld>
  <p:clrMapOvr>
    <a:masterClrMapping/>
  </p:clrMapOvr>
  <p:extLst>
    <p:ext uri="{DCECCB84-F9BA-43D5-87BE-67443E8EF086}">
      <p15:sldGuideLst xmlns:p15="http://schemas.microsoft.com/office/powerpoint/2012/main">
        <p15:guide id="1" orient="horz" pos="981">
          <p15:clr>
            <a:srgbClr val="FBAE40"/>
          </p15:clr>
        </p15:guide>
        <p15:guide id="2" pos="3840">
          <p15:clr>
            <a:srgbClr val="FBAE40"/>
          </p15:clr>
        </p15:guide>
        <p15:guide id="3" orient="horz" pos="1480">
          <p15:clr>
            <a:srgbClr val="FBAE40"/>
          </p15:clr>
        </p15:guide>
        <p15:guide id="4" pos="2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Purple">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p:nvSpPr>
        <p:spPr>
          <a:xfrm>
            <a:off x="-609" y="2349500"/>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1555200"/>
            <a:ext cx="5719762" cy="2752640"/>
          </a:xfrm>
        </p:spPr>
        <p:txBody>
          <a:bodyPr vert="horz" lIns="91440" tIns="45720" rIns="91440" bIns="45720" rtlCol="0" anchor="b" anchorCtr="0">
            <a:noAutofit/>
          </a:bodyPr>
          <a:lstStyle>
            <a:lvl1pPr>
              <a:defRPr lang="en-GB" sz="3600" spc="60" noProof="0" dirty="0">
                <a:solidFill>
                  <a:schemeClr val="bg1"/>
                </a:solidFill>
              </a:defRPr>
            </a:lvl1pPr>
          </a:lstStyle>
          <a:p>
            <a:pPr lvl="0"/>
            <a:r>
              <a:rPr lang="en-US" noProof="0"/>
              <a:t>CLICK TO EDIT MASTER TITLE STYLE</a:t>
            </a:r>
            <a:endParaRPr lang="en-GB" noProof="0"/>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691025298"/>
      </p:ext>
    </p:extLst>
  </p:cSld>
  <p:clrMapOvr>
    <a:masterClrMapping/>
  </p:clrMapOvr>
  <p:extLst>
    <p:ext uri="{DCECCB84-F9BA-43D5-87BE-67443E8EF086}">
      <p15:sldGuideLst xmlns:p15="http://schemas.microsoft.com/office/powerpoint/2012/main">
        <p15:guide id="1" orient="horz" pos="1480">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Red">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5627171" cy="2277604"/>
          </a:xfrm>
        </p:spPr>
        <p:txBody>
          <a:bodyPr anchor="b" anchorCtr="0">
            <a:noAutofit/>
          </a:bodyPr>
          <a:lstStyle>
            <a:lvl1pPr algn="l">
              <a:lnSpc>
                <a:spcPts val="6000"/>
              </a:lnSpc>
              <a:defRPr sz="5600">
                <a:solidFill>
                  <a:schemeClr val="bg1"/>
                </a:solidFill>
              </a:defRPr>
            </a:lvl1pPr>
          </a:lstStyle>
          <a:p>
            <a:r>
              <a:rPr lang="en-US" noProof="0"/>
              <a:t>Click to edit Master title style</a:t>
            </a:r>
            <a:endParaRPr lang="en-GB" noProof="0"/>
          </a:p>
        </p:txBody>
      </p:sp>
      <p:pic>
        <p:nvPicPr>
          <p:cNvPr id="7" name="Picture 6"/>
          <p:cNvPicPr>
            <a:picLocks noChangeAspect="1"/>
          </p:cNvPicPr>
          <p:nvPr userDrawn="1"/>
        </p:nvPicPr>
        <p:blipFill rotWithShape="1">
          <a:blip r:embed="rId3" cstate="print">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25787515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752256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6371982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1240172"/>
            <a:ext cx="9483118" cy="520262"/>
          </a:xfrm>
          <a:prstGeom prst="rect">
            <a:avLst/>
          </a:prstGeo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panose="020B0604020202020204"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2102264"/>
            <a:ext cx="9483117" cy="4376323"/>
          </a:xfrm>
          <a:prstGeom prst="rect">
            <a:avLst/>
          </a:prstGeo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998334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3C9C554F-2335-4EBA-A5CB-7E6DBA707ABC}" type="slidenum">
              <a:rPr lang="en-GB" smtClean="0"/>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298024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3C9C554F-2335-4EBA-A5CB-7E6DBA707ABC}" type="slidenum">
              <a:rPr lang="en-GB" smtClean="0"/>
              <a:t>‹#›</a:t>
            </a:fld>
            <a:endParaRPr lang="en-GB" dirty="0"/>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8202813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752256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62269267"/>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Sidebar Arrow B">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4800" cap="none" baseline="0">
                <a:solidFill>
                  <a:schemeClr val="bg1"/>
                </a:solidFill>
                <a:latin typeface="Montserrat" panose="000005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7" name="Text Placeholder 4"/>
          <p:cNvSpPr>
            <a:spLocks noGrp="1"/>
          </p:cNvSpPr>
          <p:nvPr>
            <p:ph type="body" sz="quarter" idx="15" hasCustomPrompt="1"/>
          </p:nvPr>
        </p:nvSpPr>
        <p:spPr>
          <a:xfrm>
            <a:off x="5037138" y="1349984"/>
            <a:ext cx="2901950" cy="4094163"/>
          </a:xfrm>
          <a:prstGeom prst="rect">
            <a:avLst/>
          </a:prstGeo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Text Placeholder 4"/>
          <p:cNvSpPr>
            <a:spLocks noGrp="1"/>
          </p:cNvSpPr>
          <p:nvPr>
            <p:ph type="body" sz="quarter" idx="16" hasCustomPrompt="1"/>
          </p:nvPr>
        </p:nvSpPr>
        <p:spPr>
          <a:xfrm>
            <a:off x="8517222" y="1349984"/>
            <a:ext cx="2901950" cy="4094163"/>
          </a:xfrm>
          <a:prstGeom prst="rect">
            <a:avLst/>
          </a:prstGeo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6238" y="4446884"/>
            <a:ext cx="4375225" cy="1964632"/>
          </a:xfrm>
          <a:prstGeom prst="rect">
            <a:avLst/>
          </a:prstGeom>
        </p:spPr>
      </p:pic>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Tree>
    <p:extLst>
      <p:ext uri="{BB962C8B-B14F-4D97-AF65-F5344CB8AC3E}">
        <p14:creationId xmlns:p14="http://schemas.microsoft.com/office/powerpoint/2010/main" val="4821789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Teal">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rgbClr val="004050"/>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lvl1pPr>
          </a:lstStyle>
          <a:p>
            <a:pPr lvl="0"/>
            <a:r>
              <a:rPr lang="en-US"/>
              <a:t>Click to edit topics/subtitle</a:t>
            </a:r>
          </a:p>
        </p:txBody>
      </p:sp>
    </p:spTree>
    <p:extLst>
      <p:ext uri="{BB962C8B-B14F-4D97-AF65-F5344CB8AC3E}">
        <p14:creationId xmlns:p14="http://schemas.microsoft.com/office/powerpoint/2010/main" val="2505045857"/>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Text (Teal)">
    <p:spTree>
      <p:nvGrpSpPr>
        <p:cNvPr id="1" name=""/>
        <p:cNvGrpSpPr/>
        <p:nvPr/>
      </p:nvGrpSpPr>
      <p:grpSpPr>
        <a:xfrm>
          <a:off x="0" y="0"/>
          <a:ext cx="0" cy="0"/>
          <a:chOff x="0" y="0"/>
          <a:chExt cx="0" cy="0"/>
        </a:xfrm>
      </p:grpSpPr>
      <p:sp>
        <p:nvSpPr>
          <p:cNvPr id="2"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6" name="Text Placeholder 4">
            <a:extLst>
              <a:ext uri="{FF2B5EF4-FFF2-40B4-BE49-F238E27FC236}">
                <a16:creationId xmlns:a16="http://schemas.microsoft.com/office/drawing/2014/main" id="{A56CAC32-67FA-4479-86C1-AE29EFFAC59D}"/>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127546823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Blue">
    <p:bg>
      <p:bgPr>
        <a:solidFill>
          <a:srgbClr val="28CFF9"/>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rgbClr val="004050"/>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6"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lvl1pPr>
          </a:lstStyle>
          <a:p>
            <a:pPr lvl="0"/>
            <a:r>
              <a:rPr lang="en-US"/>
              <a:t>Click to edit module topics</a:t>
            </a:r>
          </a:p>
        </p:txBody>
      </p:sp>
    </p:spTree>
    <p:extLst>
      <p:ext uri="{BB962C8B-B14F-4D97-AF65-F5344CB8AC3E}">
        <p14:creationId xmlns:p14="http://schemas.microsoft.com/office/powerpoint/2010/main" val="3152483927"/>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Orange">
    <p:bg>
      <p:bgPr>
        <a:solidFill>
          <a:srgbClr val="F3622C"/>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chemeClr val="bg1"/>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6"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solidFill>
                  <a:schemeClr val="bg1"/>
                </a:solidFill>
              </a:defRPr>
            </a:lvl1pPr>
          </a:lstStyle>
          <a:p>
            <a:pPr lvl="0"/>
            <a:r>
              <a:rPr lang="en-US"/>
              <a:t>Click to edit module topics</a:t>
            </a:r>
          </a:p>
        </p:txBody>
      </p:sp>
    </p:spTree>
    <p:extLst>
      <p:ext uri="{BB962C8B-B14F-4D97-AF65-F5344CB8AC3E}">
        <p14:creationId xmlns:p14="http://schemas.microsoft.com/office/powerpoint/2010/main" val="387030525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cSld name="Text (Orange)">
    <p:spTree>
      <p:nvGrpSpPr>
        <p:cNvPr id="1" name=""/>
        <p:cNvGrpSpPr/>
        <p:nvPr/>
      </p:nvGrpSpPr>
      <p:grpSpPr>
        <a:xfrm>
          <a:off x="0" y="0"/>
          <a:ext cx="0" cy="0"/>
          <a:chOff x="0" y="0"/>
          <a:chExt cx="0" cy="0"/>
        </a:xfrm>
      </p:grpSpPr>
      <p:sp>
        <p:nvSpPr>
          <p:cNvPr id="18"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
        <p:nvSpPr>
          <p:cNvPr id="15" name="Text Placeholder 4">
            <a:extLst>
              <a:ext uri="{FF2B5EF4-FFF2-40B4-BE49-F238E27FC236}">
                <a16:creationId xmlns:a16="http://schemas.microsoft.com/office/drawing/2014/main" id="{B3E6336A-18F8-4D80-9AF9-77E7648203BB}"/>
              </a:ext>
            </a:extLst>
          </p:cNvPr>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Tree>
    <p:extLst>
      <p:ext uri="{BB962C8B-B14F-4D97-AF65-F5344CB8AC3E}">
        <p14:creationId xmlns:p14="http://schemas.microsoft.com/office/powerpoint/2010/main" val="89729469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name="Purple">
    <p:bg>
      <p:bgPr>
        <a:solidFill>
          <a:srgbClr val="7E007C"/>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a:prstGeom prst="rect">
            <a:avLst/>
          </a:prstGeom>
        </p:spPr>
        <p:txBody>
          <a:bodyPr anchor="b" anchorCtr="0">
            <a:noAutofit/>
          </a:bodyPr>
          <a:lstStyle>
            <a:lvl1pPr algn="l">
              <a:lnSpc>
                <a:spcPct val="100000"/>
              </a:lnSpc>
              <a:defRPr sz="3600" cap="all" baseline="0">
                <a:solidFill>
                  <a:schemeClr val="bg1"/>
                </a:solidFill>
              </a:defRPr>
            </a:lvl1pPr>
          </a:lstStyle>
          <a:p>
            <a:br>
              <a:rPr lang="en-US" noProof="0"/>
            </a:br>
            <a:br>
              <a:rPr lang="en-US" noProof="0"/>
            </a:br>
            <a:r>
              <a:rPr lang="en-US" noProof="0"/>
              <a:t>MODULE: </a:t>
            </a:r>
            <a:br>
              <a:rPr lang="en-US" noProof="0"/>
            </a:br>
            <a:r>
              <a:rPr lang="en-US" noProof="0"/>
              <a:t>CLICK TO EDIT TITLE</a:t>
            </a:r>
            <a:endParaRPr lang="en-GB" noProof="0"/>
          </a:p>
        </p:txBody>
      </p:sp>
      <p:sp>
        <p:nvSpPr>
          <p:cNvPr id="8" name="Text Placeholder 3"/>
          <p:cNvSpPr>
            <a:spLocks noGrp="1"/>
          </p:cNvSpPr>
          <p:nvPr>
            <p:ph type="body" sz="quarter" idx="10" hasCustomPrompt="1"/>
          </p:nvPr>
        </p:nvSpPr>
        <p:spPr>
          <a:xfrm>
            <a:off x="4327303" y="3525004"/>
            <a:ext cx="7475230" cy="2791976"/>
          </a:xfrm>
          <a:prstGeom prst="rect">
            <a:avLst/>
          </a:prstGeom>
        </p:spPr>
        <p:txBody>
          <a:bodyPr/>
          <a:lstStyle>
            <a:lvl1pPr>
              <a:lnSpc>
                <a:spcPct val="100000"/>
              </a:lnSpc>
              <a:defRPr b="0" baseline="0">
                <a:solidFill>
                  <a:schemeClr val="bg1"/>
                </a:solidFill>
              </a:defRPr>
            </a:lvl1pPr>
          </a:lstStyle>
          <a:p>
            <a:pPr lvl="0"/>
            <a:r>
              <a:rPr lang="en-US"/>
              <a:t>Click to edit module topics</a:t>
            </a:r>
          </a:p>
        </p:txBody>
      </p:sp>
    </p:spTree>
    <p:extLst>
      <p:ext uri="{BB962C8B-B14F-4D97-AF65-F5344CB8AC3E}">
        <p14:creationId xmlns:p14="http://schemas.microsoft.com/office/powerpoint/2010/main" val="25149800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Text (Purple)">
    <p:spTree>
      <p:nvGrpSpPr>
        <p:cNvPr id="1" name=""/>
        <p:cNvGrpSpPr/>
        <p:nvPr/>
      </p:nvGrpSpPr>
      <p:grpSpPr>
        <a:xfrm>
          <a:off x="0" y="0"/>
          <a:ext cx="0" cy="0"/>
          <a:chOff x="0" y="0"/>
          <a:chExt cx="0" cy="0"/>
        </a:xfrm>
      </p:grpSpPr>
      <p:sp>
        <p:nvSpPr>
          <p:cNvPr id="12" name="Text Placeholder 4"/>
          <p:cNvSpPr>
            <a:spLocks noGrp="1"/>
          </p:cNvSpPr>
          <p:nvPr>
            <p:ph type="body" sz="quarter" idx="11" hasCustomPrompt="1"/>
          </p:nvPr>
        </p:nvSpPr>
        <p:spPr>
          <a:xfrm>
            <a:off x="6098146" y="367200"/>
            <a:ext cx="5718225" cy="6120000"/>
          </a:xfrm>
          <a:prstGeom prst="rect">
            <a:avLst/>
          </a:prstGeom>
        </p:spPr>
        <p:txBody>
          <a:bodyPr anchor="ctr">
            <a:normAutofit/>
          </a:bodyPr>
          <a:lstStyle>
            <a:lvl1pPr marL="0" indent="0">
              <a:lnSpc>
                <a:spcPct val="100000"/>
              </a:lnSpc>
              <a:spcBef>
                <a:spcPts val="500"/>
              </a:spcBef>
              <a:spcAft>
                <a:spcPts val="500"/>
              </a:spcAft>
              <a:buFont typeface="Arial" panose="020B0604020202020204" pitchFamily="34" charset="0"/>
              <a:buNone/>
              <a:defRPr sz="2400" b="0"/>
            </a:lvl1pPr>
            <a:lvl2pPr marL="180000" marR="0" indent="-180000" algn="l" defTabSz="914400" rtl="0" eaLnBrk="1" fontAlgn="auto" latinLnBrk="0" hangingPunct="1">
              <a:lnSpc>
                <a:spcPct val="100000"/>
              </a:lnSpc>
              <a:spcBef>
                <a:spcPts val="500"/>
              </a:spcBef>
              <a:spcAft>
                <a:spcPts val="500"/>
              </a:spcAft>
              <a:buClrTx/>
              <a:buSzPct val="125000"/>
              <a:buFont typeface="Arial" panose="020B0604020202020204" pitchFamily="34" charset="0"/>
              <a:buChar char="•"/>
              <a:tabLst/>
              <a:defRPr sz="2400"/>
            </a:lvl2pPr>
            <a:lvl3pPr marL="361950" indent="-179388">
              <a:spcBef>
                <a:spcPts val="0"/>
              </a:spcBef>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US"/>
              <a:t>Third level</a:t>
            </a:r>
            <a:endParaRPr lang="en-GB"/>
          </a:p>
        </p:txBody>
      </p:sp>
      <p:sp>
        <p:nvSpPr>
          <p:cNvPr id="14" name="Title 1"/>
          <p:cNvSpPr>
            <a:spLocks noGrp="1"/>
          </p:cNvSpPr>
          <p:nvPr>
            <p:ph type="title"/>
          </p:nvPr>
        </p:nvSpPr>
        <p:spPr>
          <a:xfrm>
            <a:off x="360218" y="1233489"/>
            <a:ext cx="5342312" cy="2926388"/>
          </a:xfrm>
          <a:prstGeom prst="rect">
            <a:avLst/>
          </a:prstGeom>
        </p:spPr>
        <p:txBody>
          <a:bodyPr>
            <a:normAutofit/>
          </a:bodyPr>
          <a:lstStyle>
            <a:lvl1pPr>
              <a:defRPr sz="3600"/>
            </a:lvl1pPr>
          </a:lstStyle>
          <a:p>
            <a:r>
              <a:rPr lang="en-US"/>
              <a:t>Click to edit Master title style</a:t>
            </a:r>
            <a:endParaRPr lang="en-GB"/>
          </a:p>
        </p:txBody>
      </p:sp>
    </p:spTree>
    <p:extLst>
      <p:ext uri="{BB962C8B-B14F-4D97-AF65-F5344CB8AC3E}">
        <p14:creationId xmlns:p14="http://schemas.microsoft.com/office/powerpoint/2010/main" val="3257624993"/>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423498491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49821864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4977449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45240956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8172287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362263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805703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1235227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04025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41919578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15103424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828171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6704937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2609303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255376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604763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6911957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874904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0330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42865708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693632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985149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236075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1303571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958344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2475508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784180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4383984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068263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1735984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1196445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6585273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51640437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197158993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6924221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27697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9849662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14068072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4457189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376149767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354045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403241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4017482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6103266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9295113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92290251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8204047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092574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7949624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1952172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7566799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6590249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3729195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629110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7770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693327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035193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6195928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744965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4437511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5074083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5755167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091746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435878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4554985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591957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7334826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66149172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7754530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35447437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40604478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06499178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81096790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7216070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3756489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0463932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1509699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7802525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6728407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45257498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4820923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8716927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0187207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946340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103301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4326710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0338147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28815315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594592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6578416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326664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3250329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75346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0735756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678284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1958363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166153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793900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2543723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8455248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96817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80210000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print">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81093651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135005615"/>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68711421"/>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59101961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606389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8705479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7345670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1331109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0294226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3582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dirty="0"/>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433680"/>
            <a:ext cx="5627171" cy="2277604"/>
          </a:xfrm>
        </p:spPr>
        <p:txBody>
          <a:bodyPr anchor="b" anchorCtr="0">
            <a:noAutofit/>
          </a:bodyPr>
          <a:lstStyle>
            <a:lvl1pPr algn="l">
              <a:lnSpc>
                <a:spcPts val="6000"/>
              </a:lnSpc>
              <a:defRPr sz="560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680741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5214688C-F620-4343-B907-20E628E543D5}" type="slidenum">
              <a:rPr lang="en-GB" smtClean="0"/>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738796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3.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5.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7.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8.xml"/><Relationship Id="rId1" Type="http://schemas.openxmlformats.org/officeDocument/2006/relationships/slideLayout" Target="../slideLayouts/slideLayout35.xml"/><Relationship Id="rId5" Type="http://schemas.openxmlformats.org/officeDocument/2006/relationships/image" Target="../media/image22.png"/><Relationship Id="rId4" Type="http://schemas.openxmlformats.org/officeDocument/2006/relationships/image" Target="../media/image21.svg"/></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38.xml"/><Relationship Id="rId7" Type="http://schemas.openxmlformats.org/officeDocument/2006/relationships/theme" Target="../theme/theme9.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10" Type="http://schemas.openxmlformats.org/officeDocument/2006/relationships/image" Target="../media/image22.png"/><Relationship Id="rId4" Type="http://schemas.openxmlformats.org/officeDocument/2006/relationships/slideLayout" Target="../slideLayouts/slideLayout39.xml"/><Relationship Id="rId9" Type="http://schemas.openxmlformats.org/officeDocument/2006/relationships/image" Target="../media/image21.sv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10" Type="http://schemas.openxmlformats.org/officeDocument/2006/relationships/image" Target="../media/image22.png"/><Relationship Id="rId4" Type="http://schemas.openxmlformats.org/officeDocument/2006/relationships/slideLayout" Target="../slideLayouts/slideLayout45.xml"/><Relationship Id="rId9"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slideLayout" Target="../slideLayouts/slideLayout7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image" Target="../media/image22.png"/><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9" Type="http://schemas.openxmlformats.org/officeDocument/2006/relationships/image" Target="../media/image22.png"/><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slideLayout" Target="../slideLayouts/slideLayout117.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slideLayout" Target="../slideLayouts/slideLayout116.xml"/><Relationship Id="rId38" Type="http://schemas.openxmlformats.org/officeDocument/2006/relationships/theme" Target="../theme/theme12.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slideLayout" Target="../slideLayouts/slideLayout115.xml"/><Relationship Id="rId37" Type="http://schemas.openxmlformats.org/officeDocument/2006/relationships/slideLayout" Target="../slideLayouts/slideLayout120.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36" Type="http://schemas.openxmlformats.org/officeDocument/2006/relationships/slideLayout" Target="../slideLayouts/slideLayout119.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35" Type="http://schemas.openxmlformats.org/officeDocument/2006/relationships/slideLayout" Target="../slideLayouts/slideLayout118.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 Type="http://schemas.openxmlformats.org/officeDocument/2006/relationships/slideLayout" Target="../slideLayouts/slideLayout123.xml"/><Relationship Id="rId21" Type="http://schemas.openxmlformats.org/officeDocument/2006/relationships/slideLayout" Target="../slideLayouts/slideLayout141.xml"/><Relationship Id="rId34" Type="http://schemas.openxmlformats.org/officeDocument/2006/relationships/image" Target="../media/image22.png"/><Relationship Id="rId7" Type="http://schemas.openxmlformats.org/officeDocument/2006/relationships/slideLayout" Target="../slideLayouts/slideLayout127.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theme" Target="../theme/theme13.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0" Type="http://schemas.openxmlformats.org/officeDocument/2006/relationships/slideLayout" Target="../slideLayouts/slideLayout140.xml"/><Relationship Id="rId29" Type="http://schemas.openxmlformats.org/officeDocument/2006/relationships/slideLayout" Target="../slideLayouts/slideLayout149.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5" Type="http://schemas.openxmlformats.org/officeDocument/2006/relationships/slideLayout" Target="../slideLayouts/slideLayout125.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10" Type="http://schemas.openxmlformats.org/officeDocument/2006/relationships/slideLayout" Target="../slideLayouts/slideLayout130.xml"/><Relationship Id="rId19" Type="http://schemas.openxmlformats.org/officeDocument/2006/relationships/slideLayout" Target="../slideLayouts/slideLayout139.xml"/><Relationship Id="rId31" Type="http://schemas.openxmlformats.org/officeDocument/2006/relationships/slideLayout" Target="../slideLayouts/slideLayout151.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0.xml"/><Relationship Id="rId13" Type="http://schemas.openxmlformats.org/officeDocument/2006/relationships/image" Target="../media/image22.png"/><Relationship Id="rId3" Type="http://schemas.openxmlformats.org/officeDocument/2006/relationships/slideLayout" Target="../slideLayouts/slideLayout155.xml"/><Relationship Id="rId7" Type="http://schemas.openxmlformats.org/officeDocument/2006/relationships/slideLayout" Target="../slideLayouts/slideLayout159.xml"/><Relationship Id="rId12" Type="http://schemas.openxmlformats.org/officeDocument/2006/relationships/image" Target="../media/image21.svg"/><Relationship Id="rId2" Type="http://schemas.openxmlformats.org/officeDocument/2006/relationships/slideLayout" Target="../slideLayouts/slideLayout154.xml"/><Relationship Id="rId1" Type="http://schemas.openxmlformats.org/officeDocument/2006/relationships/slideLayout" Target="../slideLayouts/slideLayout153.xml"/><Relationship Id="rId6" Type="http://schemas.openxmlformats.org/officeDocument/2006/relationships/slideLayout" Target="../slideLayouts/slideLayout158.xml"/><Relationship Id="rId11" Type="http://schemas.openxmlformats.org/officeDocument/2006/relationships/image" Target="../media/image20.png"/><Relationship Id="rId5" Type="http://schemas.openxmlformats.org/officeDocument/2006/relationships/slideLayout" Target="../slideLayouts/slideLayout157.xml"/><Relationship Id="rId10" Type="http://schemas.openxmlformats.org/officeDocument/2006/relationships/theme" Target="../theme/theme14.xml"/><Relationship Id="rId4" Type="http://schemas.openxmlformats.org/officeDocument/2006/relationships/slideLayout" Target="../slideLayouts/slideLayout156.xml"/><Relationship Id="rId9" Type="http://schemas.openxmlformats.org/officeDocument/2006/relationships/slideLayout" Target="../slideLayouts/slideLayout161.xml"/></Relationships>
</file>

<file path=ppt/slideMasters/_rels/slideMaster15.xml.rels><?xml version="1.0" encoding="UTF-8" standalone="yes"?>
<Relationships xmlns="http://schemas.openxmlformats.org/package/2006/relationships"><Relationship Id="rId3" Type="http://schemas.openxmlformats.org/officeDocument/2006/relationships/theme" Target="../theme/theme15.xml"/><Relationship Id="rId2" Type="http://schemas.openxmlformats.org/officeDocument/2006/relationships/slideLayout" Target="../slideLayouts/slideLayout163.xml"/><Relationship Id="rId1" Type="http://schemas.openxmlformats.org/officeDocument/2006/relationships/slideLayout" Target="../slideLayouts/slideLayout162.xml"/><Relationship Id="rId4" Type="http://schemas.openxmlformats.org/officeDocument/2006/relationships/image" Target="../media/image2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Tree>
    <p:extLst>
      <p:ext uri="{BB962C8B-B14F-4D97-AF65-F5344CB8AC3E}">
        <p14:creationId xmlns:p14="http://schemas.microsoft.com/office/powerpoint/2010/main" val="868143095"/>
      </p:ext>
    </p:extLst>
  </p:cSld>
  <p:clrMap bg1="lt1" tx1="dk1" bg2="lt2" tx2="dk2" accent1="accent1" accent2="accent2" accent3="accent3" accent4="accent4" accent5="accent5" accent6="accent6" hlink="hlink" folHlink="folHlink"/>
  <p:sldLayoutIdLst>
    <p:sldLayoutId id="2147483705" r:id="rId1"/>
    <p:sldLayoutId id="2147483661" r:id="rId2"/>
    <p:sldLayoutId id="2147483662" r:id="rId3"/>
    <p:sldLayoutId id="2147483663" r:id="rId4"/>
  </p:sldLayoutIdLst>
  <p:hf hdr="0" ftr="0" dt="0"/>
  <p:txStyles>
    <p:titleStyle>
      <a:lvl1pPr algn="l" defTabSz="914400" rtl="0" eaLnBrk="1" latinLnBrk="0" hangingPunct="1">
        <a:lnSpc>
          <a:spcPct val="90000"/>
        </a:lnSpc>
        <a:spcBef>
          <a:spcPct val="0"/>
        </a:spcBef>
        <a:buNone/>
        <a:defRPr sz="3200" kern="1200" cap="all" baseline="0">
          <a:solidFill>
            <a:schemeClr val="tx1"/>
          </a:solidFill>
          <a:latin typeface="Montserrat Black" panose="00000A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cap="all"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cap="all"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cap="all"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cap="all"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cap="all"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66">
          <p15:clr>
            <a:srgbClr val="F26B43"/>
          </p15:clr>
        </p15:guide>
        <p15:guide id="3" pos="247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itle Placeholder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12" name="Text Placeholder 11"/>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2994297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713" r:id="rId5"/>
    <p:sldLayoutId id="2147483714" r:id="rId6"/>
    <p:sldLayoutId id="2147483715" r:id="rId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2" pos="2729">
          <p15:clr>
            <a:srgbClr val="F26B43"/>
          </p15:clr>
        </p15:guide>
        <p15:guide id="3" pos="7446">
          <p15:clr>
            <a:srgbClr val="F26B43"/>
          </p15:clr>
        </p15:guide>
        <p15:guide id="4" orient="horz" pos="2024">
          <p15:clr>
            <a:srgbClr val="F26B43"/>
          </p15:clr>
        </p15:guide>
        <p15:guide id="5" orient="horz" pos="2205">
          <p15:clr>
            <a:srgbClr val="F26B43"/>
          </p15:clr>
        </p15:guide>
        <p15:guide id="6" orient="horz" pos="397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5" name="Text Placeholder 4"/>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930352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974" r:id="rId4"/>
    <p:sldLayoutId id="2147483677" r:id="rId5"/>
    <p:sldLayoutId id="2147483678" r:id="rId6"/>
    <p:sldLayoutId id="2147483679" r:id="rId7"/>
    <p:sldLayoutId id="2147483680" r:id="rId8"/>
    <p:sldLayoutId id="2147483702" r:id="rId9"/>
    <p:sldLayoutId id="2147483703" r:id="rId10"/>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ontserrat Black" panose="00000A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218" y="365125"/>
            <a:ext cx="11471564"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360218" y="1825625"/>
            <a:ext cx="11471564"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4"/>
          </p:nvPr>
        </p:nvSpPr>
        <p:spPr>
          <a:xfrm>
            <a:off x="10613985" y="6311899"/>
            <a:ext cx="1217797" cy="323363"/>
          </a:xfrm>
          <a:prstGeom prst="rect">
            <a:avLst/>
          </a:prstGeom>
        </p:spPr>
        <p:txBody>
          <a:bodyPr vert="horz" lIns="91440" tIns="45720" rIns="91440" bIns="45720" rtlCol="0" anchor="ctr"/>
          <a:lstStyle>
            <a:lvl1pPr algn="r">
              <a:defRPr sz="1200">
                <a:solidFill>
                  <a:schemeClr val="tx1">
                    <a:tint val="75000"/>
                  </a:schemeClr>
                </a:solidFill>
              </a:defRPr>
            </a:lvl1pPr>
          </a:lstStyle>
          <a:p>
            <a:fld id="{3C9C554F-2335-4EBA-A5CB-7E6DBA707ABC}" type="slidenum">
              <a:rPr lang="en-GB" smtClean="0"/>
              <a:t>‹#›</a:t>
            </a:fld>
            <a:endParaRPr lang="en-GB"/>
          </a:p>
        </p:txBody>
      </p:sp>
    </p:spTree>
    <p:extLst>
      <p:ext uri="{BB962C8B-B14F-4D97-AF65-F5344CB8AC3E}">
        <p14:creationId xmlns:p14="http://schemas.microsoft.com/office/powerpoint/2010/main" val="1179369901"/>
      </p:ext>
    </p:extLst>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ontserrat Black" panose="00000A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39">
          <p15:clr>
            <a:srgbClr val="F26B43"/>
          </p15:clr>
        </p15:guide>
        <p15:guide id="2" pos="3840">
          <p15:clr>
            <a:srgbClr val="F26B43"/>
          </p15:clr>
        </p15:guide>
        <p15:guide id="3" orient="horz" pos="390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218" y="365125"/>
            <a:ext cx="11471564"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360218" y="1825625"/>
            <a:ext cx="11471564"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4"/>
          </p:nvPr>
        </p:nvSpPr>
        <p:spPr>
          <a:xfrm>
            <a:off x="10613985" y="6311899"/>
            <a:ext cx="1217797" cy="323363"/>
          </a:xfrm>
          <a:prstGeom prst="rect">
            <a:avLst/>
          </a:prstGeom>
        </p:spPr>
        <p:txBody>
          <a:bodyPr vert="horz" lIns="91440" tIns="45720" rIns="91440" bIns="45720" rtlCol="0" anchor="ctr"/>
          <a:lstStyle>
            <a:lvl1pPr algn="r">
              <a:defRPr sz="1200">
                <a:solidFill>
                  <a:schemeClr val="tx1">
                    <a:tint val="75000"/>
                  </a:schemeClr>
                </a:solidFill>
              </a:defRPr>
            </a:lvl1pPr>
          </a:lstStyle>
          <a:p>
            <a:fld id="{3C9C554F-2335-4EBA-A5CB-7E6DBA707ABC}" type="slidenum">
              <a:rPr lang="en-GB" smtClean="0"/>
              <a:t>‹#›</a:t>
            </a:fld>
            <a:endParaRPr lang="en-GB"/>
          </a:p>
        </p:txBody>
      </p:sp>
    </p:spTree>
    <p:extLst>
      <p:ext uri="{BB962C8B-B14F-4D97-AF65-F5344CB8AC3E}">
        <p14:creationId xmlns:p14="http://schemas.microsoft.com/office/powerpoint/2010/main" val="393682751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ontserrat Black" panose="00000A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39">
          <p15:clr>
            <a:srgbClr val="F26B43"/>
          </p15:clr>
        </p15:guide>
        <p15:guide id="2" pos="3840">
          <p15:clr>
            <a:srgbClr val="F26B43"/>
          </p15:clr>
        </p15:guide>
        <p15:guide id="3" orient="horz" pos="390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218" y="365125"/>
            <a:ext cx="11471564"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360218" y="1825625"/>
            <a:ext cx="11471564" cy="4351338"/>
          </a:xfrm>
          <a:prstGeom prst="rect">
            <a:avLst/>
          </a:prstGeom>
        </p:spPr>
        <p:txBody>
          <a:bodyPr vert="horz" lIns="91440" tIns="45720" rIns="91440" bIns="45720" rtlCol="0">
            <a:normAutofit/>
          </a:bodyPr>
          <a:lstStyle/>
          <a:p>
            <a:pPr lvl="0"/>
            <a:r>
              <a:rPr lang="en-US"/>
              <a:t>Edit Master text styles</a:t>
            </a:r>
          </a:p>
        </p:txBody>
      </p:sp>
      <p:sp>
        <p:nvSpPr>
          <p:cNvPr id="6" name="Slide Number Placeholder 5"/>
          <p:cNvSpPr>
            <a:spLocks noGrp="1"/>
          </p:cNvSpPr>
          <p:nvPr>
            <p:ph type="sldNum" sz="quarter" idx="4"/>
          </p:nvPr>
        </p:nvSpPr>
        <p:spPr>
          <a:xfrm>
            <a:off x="10613985" y="6311899"/>
            <a:ext cx="1217797" cy="323363"/>
          </a:xfrm>
          <a:prstGeom prst="rect">
            <a:avLst/>
          </a:prstGeom>
        </p:spPr>
        <p:txBody>
          <a:bodyPr vert="horz" lIns="91440" tIns="45720" rIns="91440" bIns="45720" rtlCol="0" anchor="ctr"/>
          <a:lstStyle>
            <a:lvl1pPr algn="r">
              <a:defRPr sz="1200">
                <a:solidFill>
                  <a:schemeClr val="tx1">
                    <a:tint val="75000"/>
                  </a:schemeClr>
                </a:solidFill>
              </a:defRPr>
            </a:lvl1pPr>
          </a:lstStyle>
          <a:p>
            <a:fld id="{3C9C554F-2335-4EBA-A5CB-7E6DBA707ABC}" type="slidenum">
              <a:rPr lang="en-GB" smtClean="0"/>
              <a:t>‹#›</a:t>
            </a:fld>
            <a:endParaRPr lang="en-GB"/>
          </a:p>
        </p:txBody>
      </p:sp>
    </p:spTree>
    <p:extLst>
      <p:ext uri="{BB962C8B-B14F-4D97-AF65-F5344CB8AC3E}">
        <p14:creationId xmlns:p14="http://schemas.microsoft.com/office/powerpoint/2010/main" val="161170604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6" r:id="rId3"/>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218" y="365125"/>
            <a:ext cx="11471564"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6" name="Slide Number Placeholder 5"/>
          <p:cNvSpPr>
            <a:spLocks noGrp="1"/>
          </p:cNvSpPr>
          <p:nvPr>
            <p:ph type="sldNum" sz="quarter" idx="4"/>
          </p:nvPr>
        </p:nvSpPr>
        <p:spPr>
          <a:xfrm>
            <a:off x="10613985" y="6311899"/>
            <a:ext cx="1217797" cy="323363"/>
          </a:xfrm>
          <a:prstGeom prst="rect">
            <a:avLst/>
          </a:prstGeom>
        </p:spPr>
        <p:txBody>
          <a:bodyPr vert="horz" lIns="91440" tIns="45720" rIns="91440" bIns="45720" rtlCol="0" anchor="ctr"/>
          <a:lstStyle>
            <a:lvl1pPr algn="r">
              <a:defRPr sz="1200">
                <a:solidFill>
                  <a:schemeClr val="tx1">
                    <a:tint val="75000"/>
                  </a:schemeClr>
                </a:solidFill>
              </a:defRPr>
            </a:lvl1pPr>
          </a:lstStyle>
          <a:p>
            <a:fld id="{3C9C554F-2335-4EBA-A5CB-7E6DBA707ABC}" type="slidenum">
              <a:rPr lang="en-GB" smtClean="0"/>
              <a:t>‹#›</a:t>
            </a:fld>
            <a:endParaRPr lang="en-GB"/>
          </a:p>
        </p:txBody>
      </p:sp>
    </p:spTree>
    <p:extLst>
      <p:ext uri="{BB962C8B-B14F-4D97-AF65-F5344CB8AC3E}">
        <p14:creationId xmlns:p14="http://schemas.microsoft.com/office/powerpoint/2010/main" val="124517637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4" r:id="rId5"/>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ontserrat Black" panose="00000A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41816384"/>
      </p:ext>
    </p:extLst>
  </p:cSld>
  <p:clrMap bg1="lt1" tx1="dk1" bg2="lt2" tx2="dk2" accent1="accent1" accent2="accent2" accent3="accent3" accent4="accent4" accent5="accent5" accent6="accent6" hlink="hlink" folHlink="folHlink"/>
  <p:sldLayoutIdLst>
    <p:sldLayoutId id="2147483809" r:id="rId1"/>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5"/>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5"/>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5"/>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5"/>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41816384"/>
      </p:ext>
    </p:extLst>
  </p:cSld>
  <p:clrMap bg1="lt1" tx1="dk1" bg2="lt2" tx2="dk2" accent1="accent1" accent2="accent2" accent3="accent3" accent4="accent4" accent5="accent5" accent6="accent6" hlink="hlink" folHlink="folHlink"/>
  <p:sldLayoutIdLst>
    <p:sldLayoutId id="2147483814" r:id="rId1"/>
    <p:sldLayoutId id="2147483816" r:id="rId2"/>
    <p:sldLayoutId id="2147483815" r:id="rId3"/>
    <p:sldLayoutId id="2147483813" r:id="rId4"/>
    <p:sldLayoutId id="2147483817" r:id="rId5"/>
    <p:sldLayoutId id="2147483801" r:id="rId6"/>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0"/>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0"/>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0"/>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0"/>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8D0C8389-FDB6-4FEF-99AD-18501FB37A72}" type="slidenum">
              <a:rPr lang="en-GB" smtClean="0"/>
              <a:t>‹#›</a:t>
            </a:fld>
            <a:endParaRPr lang="en-GB"/>
          </a:p>
        </p:txBody>
      </p:sp>
    </p:spTree>
    <p:extLst>
      <p:ext uri="{BB962C8B-B14F-4D97-AF65-F5344CB8AC3E}">
        <p14:creationId xmlns:p14="http://schemas.microsoft.com/office/powerpoint/2010/main" val="843834287"/>
      </p:ext>
    </p:extLst>
  </p:cSld>
  <p:clrMap bg1="lt1" tx1="dk1" bg2="lt2" tx2="dk2" accent1="accent1" accent2="accent2" accent3="accent3" accent4="accent4" accent5="accent5" accent6="accent6" hlink="hlink" folHlink="folHlink"/>
  <p:sldLayoutIdLst>
    <p:sldLayoutId id="2147483975" r:id="rId1"/>
    <p:sldLayoutId id="2147483850" r:id="rId2"/>
    <p:sldLayoutId id="2147483851" r:id="rId3"/>
    <p:sldLayoutId id="2147483852" r:id="rId4"/>
    <p:sldLayoutId id="2147483853" r:id="rId5"/>
    <p:sldLayoutId id="2147483854" r:id="rId6"/>
    <p:sldLayoutId id="2147483855" r:id="rId7"/>
    <p:sldLayoutId id="2147483856" r:id="rId8"/>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0"/>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0"/>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0"/>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0"/>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939035353"/>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63394201"/>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971719946"/>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 id="2147483942" r:id="rId12"/>
    <p:sldLayoutId id="2147483943" r:id="rId13"/>
    <p:sldLayoutId id="2147483944" r:id="rId14"/>
    <p:sldLayoutId id="2147483945" r:id="rId15"/>
    <p:sldLayoutId id="2147483946" r:id="rId16"/>
    <p:sldLayoutId id="2147483947" r:id="rId17"/>
    <p:sldLayoutId id="2147483948" r:id="rId18"/>
    <p:sldLayoutId id="2147483949" r:id="rId19"/>
    <p:sldLayoutId id="2147483950" r:id="rId20"/>
    <p:sldLayoutId id="2147483951" r:id="rId21"/>
    <p:sldLayoutId id="2147483952" r:id="rId22"/>
    <p:sldLayoutId id="2147483953" r:id="rId23"/>
    <p:sldLayoutId id="2147483954" r:id="rId24"/>
    <p:sldLayoutId id="2147483955" r:id="rId25"/>
    <p:sldLayoutId id="2147483956" r:id="rId26"/>
    <p:sldLayoutId id="2147483957" r:id="rId27"/>
    <p:sldLayoutId id="2147483958" r:id="rId28"/>
    <p:sldLayoutId id="2147483959" r:id="rId29"/>
    <p:sldLayoutId id="2147483960" r:id="rId30"/>
    <p:sldLayoutId id="2147483961" r:id="rId31"/>
    <p:sldLayoutId id="2147483962" r:id="rId32"/>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63726462"/>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5214688C-F620-4343-B907-20E628E543D5}" type="slidenum">
              <a:rPr lang="en-GB" smtClean="0"/>
              <a:t>‹#›</a:t>
            </a:fld>
            <a:endParaRPr lang="en-GB"/>
          </a:p>
        </p:txBody>
      </p:sp>
    </p:spTree>
    <p:extLst>
      <p:ext uri="{BB962C8B-B14F-4D97-AF65-F5344CB8AC3E}">
        <p14:creationId xmlns:p14="http://schemas.microsoft.com/office/powerpoint/2010/main" val="3169943629"/>
      </p:ext>
    </p:extLst>
  </p:cSld>
  <p:clrMap bg1="lt1" tx1="dk1" bg2="lt2" tx2="dk2" accent1="accent1" accent2="accent2" accent3="accent3" accent4="accent4" accent5="accent5" accent6="accent6" hlink="hlink" folHlink="folHlink"/>
  <p:sldLayoutIdLst>
    <p:sldLayoutId id="2147483811" r:id="rId1"/>
    <p:sldLayoutId id="2147483676" r:id="rId2"/>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42.xml"/><Relationship Id="rId4" Type="http://schemas.openxmlformats.org/officeDocument/2006/relationships/image" Target="../media/image43.png"/></Relationships>
</file>

<file path=ppt/slides/_rels/slide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www.mimeo.digital/#/" TargetMode="Externa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47.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4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63.xml"/></Relationships>
</file>

<file path=ppt/slides/_rels/slide26.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62.xml"/></Relationships>
</file>

<file path=ppt/slides/_rels/slide2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2"/>
          </p:nvPr>
        </p:nvSpPr>
        <p:spPr/>
        <p:txBody>
          <a:bodyPr>
            <a:normAutofit lnSpcReduction="10000"/>
          </a:bodyPr>
          <a:lstStyle/>
          <a:p>
            <a:r>
              <a:rPr lang="en-GB" dirty="0"/>
              <a:t>Duration</a:t>
            </a:r>
          </a:p>
          <a:p>
            <a:r>
              <a:rPr lang="en-GB" dirty="0"/>
              <a:t>1 day</a:t>
            </a:r>
          </a:p>
          <a:p>
            <a:r>
              <a:rPr lang="en-GB" dirty="0"/>
              <a:t>timings</a:t>
            </a:r>
          </a:p>
          <a:p>
            <a:r>
              <a:rPr lang="en-GB" dirty="0"/>
              <a:t>09:30 – 16:30</a:t>
            </a:r>
          </a:p>
        </p:txBody>
      </p:sp>
      <p:sp>
        <p:nvSpPr>
          <p:cNvPr id="11" name="Title 10"/>
          <p:cNvSpPr>
            <a:spLocks noGrp="1"/>
          </p:cNvSpPr>
          <p:nvPr>
            <p:ph type="ctrTitle"/>
          </p:nvPr>
        </p:nvSpPr>
        <p:spPr>
          <a:xfrm>
            <a:off x="385300" y="1914129"/>
            <a:ext cx="6452822" cy="2277604"/>
          </a:xfrm>
        </p:spPr>
        <p:txBody>
          <a:bodyPr/>
          <a:lstStyle/>
          <a:p>
            <a:r>
              <a:rPr lang="en-GB" sz="2800" dirty="0">
                <a:latin typeface="+mj-lt"/>
              </a:rPr>
              <a:t>Welcome to:</a:t>
            </a:r>
            <a:br>
              <a:rPr lang="en-GB" sz="3200" dirty="0">
                <a:latin typeface="+mj-lt"/>
              </a:rPr>
            </a:br>
            <a:r>
              <a:rPr lang="en-GB" dirty="0">
                <a:latin typeface="+mj-lt"/>
              </a:rPr>
              <a:t>Service Management (Reporting)</a:t>
            </a:r>
          </a:p>
        </p:txBody>
      </p:sp>
      <p:sp>
        <p:nvSpPr>
          <p:cNvPr id="36" name="Text Placeholder 35"/>
          <p:cNvSpPr>
            <a:spLocks noGrp="1"/>
          </p:cNvSpPr>
          <p:nvPr>
            <p:ph type="body" sz="quarter" idx="13"/>
          </p:nvPr>
        </p:nvSpPr>
        <p:spPr/>
        <p:txBody>
          <a:bodyPr/>
          <a:lstStyle/>
          <a:p>
            <a:r>
              <a:rPr lang="en-GB" dirty="0"/>
              <a:t>Trainer name, details and email here</a:t>
            </a:r>
          </a:p>
        </p:txBody>
      </p:sp>
    </p:spTree>
    <p:extLst>
      <p:ext uri="{BB962C8B-B14F-4D97-AF65-F5344CB8AC3E}">
        <p14:creationId xmlns:p14="http://schemas.microsoft.com/office/powerpoint/2010/main" val="1106390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8520CF-4265-DA17-E956-046E12AEE6E8}"/>
              </a:ext>
            </a:extLst>
          </p:cNvPr>
          <p:cNvSpPr>
            <a:spLocks noGrp="1"/>
          </p:cNvSpPr>
          <p:nvPr>
            <p:ph type="body" sz="quarter" idx="12"/>
          </p:nvPr>
        </p:nvSpPr>
        <p:spPr/>
        <p:txBody>
          <a:bodyPr/>
          <a:lstStyle/>
          <a:p>
            <a:r>
              <a:rPr lang="en-GB" dirty="0"/>
              <a:t>Housekeeping</a:t>
            </a:r>
          </a:p>
        </p:txBody>
      </p:sp>
      <p:sp>
        <p:nvSpPr>
          <p:cNvPr id="5" name="Slide Number Placeholder 3">
            <a:extLst>
              <a:ext uri="{FF2B5EF4-FFF2-40B4-BE49-F238E27FC236}">
                <a16:creationId xmlns:a16="http://schemas.microsoft.com/office/drawing/2014/main" id="{909B4D8D-00ED-2219-2C60-B7BCE43150D0}"/>
              </a:ext>
            </a:extLst>
          </p:cNvPr>
          <p:cNvSpPr>
            <a:spLocks noGrp="1"/>
          </p:cNvSpPr>
          <p:nvPr>
            <p:ph type="sldNum" sz="quarter" idx="4"/>
          </p:nvPr>
        </p:nvSpPr>
        <p:spPr>
          <a:xfrm>
            <a:off x="11256421" y="6511672"/>
            <a:ext cx="785483" cy="180000"/>
          </a:xfrm>
        </p:spPr>
        <p:txBody>
          <a:bodyPr/>
          <a:lstStyle/>
          <a:p>
            <a:fld id="{EF892D59-8F09-EF4B-AD6D-DA609442F868}" type="slidenum">
              <a:rPr lang="en-GB" smtClean="0"/>
              <a:pPr/>
              <a:t>2</a:t>
            </a:fld>
            <a:endParaRPr lang="en-GB"/>
          </a:p>
        </p:txBody>
      </p:sp>
      <p:sp>
        <p:nvSpPr>
          <p:cNvPr id="6" name="TextBox 5">
            <a:extLst>
              <a:ext uri="{FF2B5EF4-FFF2-40B4-BE49-F238E27FC236}">
                <a16:creationId xmlns:a16="http://schemas.microsoft.com/office/drawing/2014/main" id="{7CD7A449-FD0F-7F60-192C-5608B21BB806}"/>
              </a:ext>
            </a:extLst>
          </p:cNvPr>
          <p:cNvSpPr txBox="1"/>
          <p:nvPr/>
        </p:nvSpPr>
        <p:spPr>
          <a:xfrm>
            <a:off x="10827792" y="6601672"/>
            <a:ext cx="1728192" cy="259341"/>
          </a:xfrm>
          <a:prstGeom prst="rect">
            <a:avLst/>
          </a:prstGeom>
        </p:spPr>
        <p:txBody>
          <a:bodyPr vert="horz" wrap="square" lIns="0" tIns="0" rIns="0" bIns="0" rtlCol="0" anchor="t" anchorCtr="0">
            <a:normAutofit/>
          </a:bodyPr>
          <a:lstStyle/>
          <a:p>
            <a:pPr algn="l"/>
            <a:r>
              <a:rPr lang="en-GB" sz="800" dirty="0">
                <a:solidFill>
                  <a:schemeClr val="bg2">
                    <a:lumMod val="50000"/>
                  </a:schemeClr>
                </a:solidFill>
                <a:latin typeface="+mn-lt"/>
              </a:rPr>
              <a:t>Graphics by </a:t>
            </a:r>
            <a:r>
              <a:rPr lang="en-GB" sz="800" dirty="0" err="1">
                <a:solidFill>
                  <a:schemeClr val="bg2">
                    <a:lumMod val="50000"/>
                  </a:schemeClr>
                </a:solidFill>
                <a:latin typeface="+mn-lt"/>
              </a:rPr>
              <a:t>Storyset</a:t>
            </a:r>
            <a:endParaRPr lang="en-GB" sz="800" dirty="0">
              <a:solidFill>
                <a:schemeClr val="bg2">
                  <a:lumMod val="50000"/>
                </a:schemeClr>
              </a:solidFill>
              <a:latin typeface="+mn-lt"/>
            </a:endParaRPr>
          </a:p>
        </p:txBody>
      </p:sp>
      <p:sp>
        <p:nvSpPr>
          <p:cNvPr id="7" name="Text Placeholder 3">
            <a:extLst>
              <a:ext uri="{FF2B5EF4-FFF2-40B4-BE49-F238E27FC236}">
                <a16:creationId xmlns:a16="http://schemas.microsoft.com/office/drawing/2014/main" id="{EF0157BB-3D58-32AF-7105-83E3BD6FA1D6}"/>
              </a:ext>
            </a:extLst>
          </p:cNvPr>
          <p:cNvSpPr txBox="1">
            <a:spLocks/>
          </p:cNvSpPr>
          <p:nvPr/>
        </p:nvSpPr>
        <p:spPr>
          <a:xfrm>
            <a:off x="1212111" y="2408274"/>
            <a:ext cx="10595714" cy="520263"/>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0"/>
              </a:spcAft>
              <a:buSzPct val="115000"/>
              <a:buFont typeface="Arial" panose="020B0604020202020204" pitchFamily="34" charset="0"/>
              <a:buNone/>
              <a:defRPr sz="3600" b="0" i="0" kern="1200" cap="none" baseline="0">
                <a:solidFill>
                  <a:srgbClr val="004050"/>
                </a:solidFill>
                <a:latin typeface="Montserrat Black" panose="00000A00000000000000" pitchFamily="2" charset="0"/>
                <a:ea typeface="+mn-ea"/>
                <a:cs typeface="+mn-cs"/>
              </a:defRPr>
            </a:lvl1pPr>
            <a:lvl2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2pPr>
            <a:lvl3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i="0" kern="1200">
                <a:solidFill>
                  <a:schemeClr val="tx1"/>
                </a:solidFill>
                <a:latin typeface="Montserrat" pitchFamily="2" charset="77"/>
                <a:ea typeface="+mn-ea"/>
                <a:cs typeface="+mn-cs"/>
              </a:defRPr>
            </a:lvl3pPr>
            <a:lvl4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4400" b="1" dirty="0">
                <a:latin typeface="+mn-lt"/>
              </a:rPr>
              <a:t>AM breaks</a:t>
            </a:r>
            <a:br>
              <a:rPr lang="en-GB" sz="4400" b="1" dirty="0">
                <a:latin typeface="+mn-lt"/>
              </a:rPr>
            </a:br>
            <a:r>
              <a:rPr lang="en-GB" sz="4400" b="1" dirty="0">
                <a:latin typeface="+mn-lt"/>
              </a:rPr>
              <a:t>Lunch</a:t>
            </a:r>
            <a:br>
              <a:rPr lang="en-GB" sz="4400" b="1" dirty="0">
                <a:latin typeface="+mn-lt"/>
              </a:rPr>
            </a:br>
            <a:r>
              <a:rPr lang="en-GB" sz="4400" b="1" dirty="0">
                <a:latin typeface="+mn-lt"/>
              </a:rPr>
              <a:t>PM breaks</a:t>
            </a:r>
          </a:p>
        </p:txBody>
      </p:sp>
      <p:pic>
        <p:nvPicPr>
          <p:cNvPr id="9" name="Picture 8" descr="A person working on the computer&#10;&#10;Description automatically generated with low confidence">
            <a:extLst>
              <a:ext uri="{FF2B5EF4-FFF2-40B4-BE49-F238E27FC236}">
                <a16:creationId xmlns:a16="http://schemas.microsoft.com/office/drawing/2014/main" id="{D09D6042-AD92-3C5D-DB1E-E9BA6FA0C7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01223" y="638877"/>
            <a:ext cx="5655198" cy="5655198"/>
          </a:xfrm>
          <a:prstGeom prst="rect">
            <a:avLst/>
          </a:prstGeom>
        </p:spPr>
      </p:pic>
    </p:spTree>
    <p:extLst>
      <p:ext uri="{BB962C8B-B14F-4D97-AF65-F5344CB8AC3E}">
        <p14:creationId xmlns:p14="http://schemas.microsoft.com/office/powerpoint/2010/main" val="602365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856D05-8AD2-4A71-A8B2-F7EB9BB1BAC6}"/>
              </a:ext>
            </a:extLst>
          </p:cNvPr>
          <p:cNvSpPr>
            <a:spLocks noGrp="1"/>
          </p:cNvSpPr>
          <p:nvPr>
            <p:ph type="sldNum" sz="quarter" idx="4"/>
          </p:nvPr>
        </p:nvSpPr>
        <p:spPr/>
        <p:txBody>
          <a:bodyPr/>
          <a:lstStyle/>
          <a:p>
            <a:fld id="{EF892D59-8F09-EF4B-AD6D-DA609442F868}" type="slidenum">
              <a:rPr lang="en-GB" smtClean="0"/>
              <a:pPr/>
              <a:t>3</a:t>
            </a:fld>
            <a:endParaRPr lang="en-GB"/>
          </a:p>
        </p:txBody>
      </p:sp>
      <p:sp>
        <p:nvSpPr>
          <p:cNvPr id="5" name="Text Placeholder 4"/>
          <p:cNvSpPr>
            <a:spLocks noGrp="1"/>
          </p:cNvSpPr>
          <p:nvPr>
            <p:ph type="body" sz="quarter" idx="4294967295"/>
          </p:nvPr>
        </p:nvSpPr>
        <p:spPr>
          <a:xfrm>
            <a:off x="1157680" y="354558"/>
            <a:ext cx="7381875" cy="676275"/>
          </a:xfrm>
        </p:spPr>
        <p:txBody>
          <a:bodyPr>
            <a:normAutofit/>
          </a:bodyPr>
          <a:lstStyle/>
          <a:p>
            <a:r>
              <a:rPr lang="en-GB" sz="3600" dirty="0">
                <a:latin typeface="Montserrat Black" panose="00000A00000000000000" pitchFamily="2" charset="0"/>
              </a:rPr>
              <a:t>Troubleshooting </a:t>
            </a:r>
          </a:p>
          <a:p>
            <a:endParaRPr lang="en-GB" sz="3600" dirty="0">
              <a:latin typeface="Montserrat Black" panose="00000A00000000000000" pitchFamily="2" charset="0"/>
            </a:endParaRPr>
          </a:p>
        </p:txBody>
      </p:sp>
      <p:graphicFrame>
        <p:nvGraphicFramePr>
          <p:cNvPr id="7" name="Diagram 6">
            <a:extLst>
              <a:ext uri="{FF2B5EF4-FFF2-40B4-BE49-F238E27FC236}">
                <a16:creationId xmlns:a16="http://schemas.microsoft.com/office/drawing/2014/main" id="{DE3347BC-3B4B-416B-928C-42A9D7FCA8DA}"/>
              </a:ext>
            </a:extLst>
          </p:cNvPr>
          <p:cNvGraphicFramePr/>
          <p:nvPr/>
        </p:nvGraphicFramePr>
        <p:xfrm>
          <a:off x="2172729" y="1412776"/>
          <a:ext cx="8459775" cy="475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3518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fontScale="92500"/>
          </a:bodyPr>
          <a:lstStyle/>
          <a:p>
            <a:pPr>
              <a:lnSpc>
                <a:spcPct val="110000"/>
              </a:lnSpc>
            </a:pPr>
            <a:r>
              <a:rPr lang="en-GB" dirty="0">
                <a:ln w="0"/>
                <a:latin typeface="Montserrat Black" panose="00000A00000000000000" pitchFamily="2" charset="0"/>
              </a:rPr>
              <a:t>CHAT WINDOW</a:t>
            </a:r>
          </a:p>
          <a:p>
            <a:pPr>
              <a:lnSpc>
                <a:spcPct val="110000"/>
              </a:lnSpc>
            </a:pPr>
            <a:endParaRPr lang="en-GB" sz="2800" dirty="0">
              <a:ln w="0"/>
            </a:endParaRPr>
          </a:p>
          <a:p>
            <a:pPr marL="342900" indent="-342900">
              <a:lnSpc>
                <a:spcPct val="110000"/>
              </a:lnSpc>
              <a:buFont typeface="Arial" panose="020B0604020202020204" pitchFamily="34" charset="0"/>
              <a:buChar char="•"/>
            </a:pPr>
            <a:r>
              <a:rPr lang="en-GB" sz="1900" b="0" dirty="0">
                <a:ln w="0"/>
              </a:rPr>
              <a:t>Ask and answer questions</a:t>
            </a:r>
          </a:p>
          <a:p>
            <a:pPr marL="342900" indent="-342900">
              <a:lnSpc>
                <a:spcPct val="110000"/>
              </a:lnSpc>
              <a:buFont typeface="Arial" panose="020B0604020202020204" pitchFamily="34" charset="0"/>
              <a:buChar char="•"/>
            </a:pPr>
            <a:r>
              <a:rPr lang="en-GB" sz="1900" b="0" dirty="0">
                <a:ln w="0"/>
              </a:rPr>
              <a:t>Add comments</a:t>
            </a:r>
          </a:p>
        </p:txBody>
      </p:sp>
      <p:pic>
        <p:nvPicPr>
          <p:cNvPr id="7" name="Picture 6">
            <a:extLst>
              <a:ext uri="{FF2B5EF4-FFF2-40B4-BE49-F238E27FC236}">
                <a16:creationId xmlns:a16="http://schemas.microsoft.com/office/drawing/2014/main" id="{5E958702-937B-49B5-AB5D-B662205C2151}"/>
              </a:ext>
            </a:extLst>
          </p:cNvPr>
          <p:cNvPicPr>
            <a:picLocks noChangeAspect="1"/>
          </p:cNvPicPr>
          <p:nvPr/>
        </p:nvPicPr>
        <p:blipFill>
          <a:blip r:embed="rId3"/>
          <a:stretch>
            <a:fillRect/>
          </a:stretch>
        </p:blipFill>
        <p:spPr>
          <a:xfrm>
            <a:off x="6363569" y="574507"/>
            <a:ext cx="3529368" cy="5735996"/>
          </a:xfrm>
          <a:prstGeom prst="rect">
            <a:avLst/>
          </a:prstGeom>
          <a:ln>
            <a:solidFill>
              <a:schemeClr val="accent1"/>
            </a:solidFill>
          </a:ln>
        </p:spPr>
      </p:pic>
      <p:sp>
        <p:nvSpPr>
          <p:cNvPr id="8" name="Rectangle: Rounded Corners 7">
            <a:extLst>
              <a:ext uri="{FF2B5EF4-FFF2-40B4-BE49-F238E27FC236}">
                <a16:creationId xmlns:a16="http://schemas.microsoft.com/office/drawing/2014/main" id="{1B43FB79-24E2-41DA-B689-509D1A399EE5}"/>
              </a:ext>
            </a:extLst>
          </p:cNvPr>
          <p:cNvSpPr/>
          <p:nvPr/>
        </p:nvSpPr>
        <p:spPr>
          <a:xfrm>
            <a:off x="7576458" y="5834743"/>
            <a:ext cx="1889760" cy="44875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3588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58253" y="1205604"/>
            <a:ext cx="3657827" cy="3064853"/>
          </a:xfrm>
        </p:spPr>
        <p:txBody>
          <a:bodyPr>
            <a:normAutofit lnSpcReduction="10000"/>
          </a:bodyPr>
          <a:lstStyle/>
          <a:p>
            <a:r>
              <a:rPr lang="en-GB" sz="3600" dirty="0">
                <a:latin typeface="Montserrat Black" panose="00000A00000000000000" pitchFamily="2" charset="0"/>
              </a:rPr>
              <a:t>REACTIONS</a:t>
            </a:r>
          </a:p>
          <a:p>
            <a:r>
              <a:rPr lang="en-GB" sz="3600" dirty="0">
                <a:latin typeface="Montserrat Black" panose="00000A00000000000000" pitchFamily="2" charset="0"/>
              </a:rPr>
              <a:t>AND</a:t>
            </a:r>
          </a:p>
          <a:p>
            <a:r>
              <a:rPr lang="en-GB" sz="3600" dirty="0">
                <a:latin typeface="Montserrat Black" panose="00000A00000000000000" pitchFamily="2" charset="0"/>
              </a:rPr>
              <a:t>RAISED HANDS</a:t>
            </a:r>
          </a:p>
          <a:p>
            <a:endParaRPr lang="en-GB" sz="4000" dirty="0">
              <a:latin typeface="Montserrat Black" panose="00000A00000000000000" pitchFamily="2" charset="0"/>
            </a:endParaRPr>
          </a:p>
          <a:p>
            <a:pPr marL="285750" indent="-285750">
              <a:lnSpc>
                <a:spcPct val="150000"/>
              </a:lnSpc>
              <a:buFont typeface="Arial" panose="020B0604020202020204" pitchFamily="34" charset="0"/>
              <a:buChar char="•"/>
            </a:pPr>
            <a:r>
              <a:rPr lang="en-GB" sz="1700" dirty="0"/>
              <a:t>Finding a topic interesting? </a:t>
            </a:r>
          </a:p>
          <a:p>
            <a:pPr marL="285750" indent="-285750">
              <a:lnSpc>
                <a:spcPct val="150000"/>
              </a:lnSpc>
              <a:buFont typeface="Arial" panose="020B0604020202020204" pitchFamily="34" charset="0"/>
              <a:buChar char="•"/>
            </a:pPr>
            <a:r>
              <a:rPr lang="en-GB" sz="1700" dirty="0"/>
              <a:t>Got a question?</a:t>
            </a:r>
          </a:p>
          <a:p>
            <a:pPr>
              <a:lnSpc>
                <a:spcPct val="150000"/>
              </a:lnSpc>
            </a:pPr>
            <a:endParaRPr lang="en-GB" sz="1700" dirty="0"/>
          </a:p>
          <a:p>
            <a:endParaRPr lang="en-GB" sz="4000" dirty="0">
              <a:latin typeface="Montserrat Black" panose="00000A00000000000000" pitchFamily="2" charset="0"/>
            </a:endParaRPr>
          </a:p>
        </p:txBody>
      </p:sp>
      <p:pic>
        <p:nvPicPr>
          <p:cNvPr id="6" name="Picture 5">
            <a:extLst>
              <a:ext uri="{FF2B5EF4-FFF2-40B4-BE49-F238E27FC236}">
                <a16:creationId xmlns:a16="http://schemas.microsoft.com/office/drawing/2014/main" id="{D883891B-F781-4C99-AF57-EC5DB7D662D3}"/>
              </a:ext>
            </a:extLst>
          </p:cNvPr>
          <p:cNvPicPr>
            <a:picLocks noChangeAspect="1"/>
          </p:cNvPicPr>
          <p:nvPr/>
        </p:nvPicPr>
        <p:blipFill>
          <a:blip r:embed="rId3"/>
          <a:stretch>
            <a:fillRect/>
          </a:stretch>
        </p:blipFill>
        <p:spPr>
          <a:xfrm>
            <a:off x="4663496" y="1205604"/>
            <a:ext cx="6734175" cy="1971675"/>
          </a:xfrm>
          <a:prstGeom prst="rect">
            <a:avLst/>
          </a:prstGeom>
        </p:spPr>
      </p:pic>
      <p:pic>
        <p:nvPicPr>
          <p:cNvPr id="7" name="Picture 6">
            <a:extLst>
              <a:ext uri="{FF2B5EF4-FFF2-40B4-BE49-F238E27FC236}">
                <a16:creationId xmlns:a16="http://schemas.microsoft.com/office/drawing/2014/main" id="{56C0810B-E644-4301-80DE-509AFF8C2FCA}"/>
              </a:ext>
            </a:extLst>
          </p:cNvPr>
          <p:cNvPicPr>
            <a:picLocks noChangeAspect="1"/>
          </p:cNvPicPr>
          <p:nvPr/>
        </p:nvPicPr>
        <p:blipFill>
          <a:blip r:embed="rId4"/>
          <a:stretch>
            <a:fillRect/>
          </a:stretch>
        </p:blipFill>
        <p:spPr>
          <a:xfrm>
            <a:off x="4994798" y="3746399"/>
            <a:ext cx="6083879" cy="1752767"/>
          </a:xfrm>
          <a:prstGeom prst="rect">
            <a:avLst/>
          </a:prstGeom>
        </p:spPr>
      </p:pic>
    </p:spTree>
    <p:extLst>
      <p:ext uri="{BB962C8B-B14F-4D97-AF65-F5344CB8AC3E}">
        <p14:creationId xmlns:p14="http://schemas.microsoft.com/office/powerpoint/2010/main" val="309852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E3FEDB-6A54-4094-9725-A1BD8C2EE496}"/>
              </a:ext>
            </a:extLst>
          </p:cNvPr>
          <p:cNvSpPr>
            <a:spLocks noGrp="1"/>
          </p:cNvSpPr>
          <p:nvPr>
            <p:ph type="body" sz="quarter" idx="10"/>
          </p:nvPr>
        </p:nvSpPr>
        <p:spPr/>
        <p:txBody>
          <a:bodyPr>
            <a:normAutofit/>
          </a:bodyPr>
          <a:lstStyle/>
          <a:p>
            <a:r>
              <a:rPr lang="en-GB" sz="3200" dirty="0"/>
              <a:t>DIGITAL</a:t>
            </a:r>
          </a:p>
          <a:p>
            <a:r>
              <a:rPr lang="en-GB" sz="3200" dirty="0"/>
              <a:t>COURSEWARE</a:t>
            </a:r>
          </a:p>
        </p:txBody>
      </p:sp>
      <p:sp>
        <p:nvSpPr>
          <p:cNvPr id="3" name="Text Placeholder 2">
            <a:extLst>
              <a:ext uri="{FF2B5EF4-FFF2-40B4-BE49-F238E27FC236}">
                <a16:creationId xmlns:a16="http://schemas.microsoft.com/office/drawing/2014/main" id="{F20A2936-DC33-4454-9EED-7472A7B92109}"/>
              </a:ext>
            </a:extLst>
          </p:cNvPr>
          <p:cNvSpPr>
            <a:spLocks noGrp="1"/>
          </p:cNvSpPr>
          <p:nvPr>
            <p:ph type="body" sz="quarter" idx="15"/>
          </p:nvPr>
        </p:nvSpPr>
        <p:spPr>
          <a:xfrm>
            <a:off x="4584377" y="463116"/>
            <a:ext cx="6770687" cy="5112343"/>
          </a:xfrm>
        </p:spPr>
        <p:txBody>
          <a:bodyPr>
            <a:normAutofit/>
          </a:bodyPr>
          <a:lstStyle/>
          <a:p>
            <a:pPr>
              <a:lnSpc>
                <a:spcPct val="150000"/>
              </a:lnSpc>
            </a:pPr>
            <a:r>
              <a:rPr lang="en-GB" sz="3200" dirty="0"/>
              <a:t>Visit </a:t>
            </a:r>
            <a:r>
              <a:rPr lang="en-GB" sz="3200" dirty="0">
                <a:hlinkClick r:id="rId2"/>
              </a:rPr>
              <a:t>www.mimeo.digital/#/</a:t>
            </a:r>
            <a:endParaRPr lang="en-GB" sz="3200" dirty="0"/>
          </a:p>
          <a:p>
            <a:pPr>
              <a:lnSpc>
                <a:spcPct val="150000"/>
              </a:lnSpc>
            </a:pPr>
            <a:r>
              <a:rPr lang="en-GB" sz="3200" dirty="0"/>
              <a:t>Create an account</a:t>
            </a:r>
          </a:p>
          <a:p>
            <a:pPr>
              <a:lnSpc>
                <a:spcPct val="150000"/>
              </a:lnSpc>
            </a:pPr>
            <a:r>
              <a:rPr lang="en-GB" sz="3200" b="1" dirty="0"/>
              <a:t>REDEEM YOUR KEY: </a:t>
            </a:r>
            <a:r>
              <a:rPr lang="en-GB" sz="3200" dirty="0"/>
              <a:t>XXXX</a:t>
            </a:r>
          </a:p>
        </p:txBody>
      </p:sp>
      <p:pic>
        <p:nvPicPr>
          <p:cNvPr id="7" name="Picture 6">
            <a:extLst>
              <a:ext uri="{FF2B5EF4-FFF2-40B4-BE49-F238E27FC236}">
                <a16:creationId xmlns:a16="http://schemas.microsoft.com/office/drawing/2014/main" id="{85E7190C-B7B1-4ADB-B59A-062249A10347}"/>
              </a:ext>
            </a:extLst>
          </p:cNvPr>
          <p:cNvPicPr>
            <a:picLocks noChangeAspect="1"/>
          </p:cNvPicPr>
          <p:nvPr/>
        </p:nvPicPr>
        <p:blipFill>
          <a:blip r:embed="rId3"/>
          <a:stretch>
            <a:fillRect/>
          </a:stretch>
        </p:blipFill>
        <p:spPr>
          <a:xfrm>
            <a:off x="4584377" y="3183990"/>
            <a:ext cx="7025973" cy="3079126"/>
          </a:xfrm>
          <a:prstGeom prst="rect">
            <a:avLst/>
          </a:prstGeom>
          <a:ln>
            <a:solidFill>
              <a:schemeClr val="accent1"/>
            </a:solidFill>
          </a:ln>
        </p:spPr>
      </p:pic>
      <p:sp>
        <p:nvSpPr>
          <p:cNvPr id="4" name="Slide Number Placeholder 3">
            <a:extLst>
              <a:ext uri="{FF2B5EF4-FFF2-40B4-BE49-F238E27FC236}">
                <a16:creationId xmlns:a16="http://schemas.microsoft.com/office/drawing/2014/main" id="{79637A96-C83B-8AEF-B99D-E112D939BD5D}"/>
              </a:ext>
            </a:extLst>
          </p:cNvPr>
          <p:cNvSpPr>
            <a:spLocks noGrp="1"/>
          </p:cNvSpPr>
          <p:nvPr>
            <p:ph type="sldNum" sz="quarter" idx="4"/>
          </p:nvPr>
        </p:nvSpPr>
        <p:spPr/>
        <p:txBody>
          <a:bodyPr/>
          <a:lstStyle/>
          <a:p>
            <a:fld id="{3C9C554F-2335-4EBA-A5CB-7E6DBA707ABC}" type="slidenum">
              <a:rPr lang="en-GB" smtClean="0"/>
              <a:t>6</a:t>
            </a:fld>
            <a:endParaRPr lang="en-GB" dirty="0"/>
          </a:p>
        </p:txBody>
      </p:sp>
    </p:spTree>
    <p:extLst>
      <p:ext uri="{BB962C8B-B14F-4D97-AF65-F5344CB8AC3E}">
        <p14:creationId xmlns:p14="http://schemas.microsoft.com/office/powerpoint/2010/main" val="927212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4294967295"/>
          </p:nvPr>
        </p:nvSpPr>
        <p:spPr>
          <a:xfrm>
            <a:off x="1222310" y="368300"/>
            <a:ext cx="5761038" cy="922337"/>
          </a:xfrm>
        </p:spPr>
        <p:txBody>
          <a:bodyPr>
            <a:normAutofit/>
          </a:bodyPr>
          <a:lstStyle/>
          <a:p>
            <a:r>
              <a:rPr lang="en-GB" sz="3600" dirty="0">
                <a:latin typeface="Montserrat Black" panose="00000A00000000000000" pitchFamily="2" charset="0"/>
              </a:rPr>
              <a:t>Course topics </a:t>
            </a:r>
          </a:p>
        </p:txBody>
      </p:sp>
      <p:graphicFrame>
        <p:nvGraphicFramePr>
          <p:cNvPr id="2" name="Diagram 1">
            <a:extLst>
              <a:ext uri="{FF2B5EF4-FFF2-40B4-BE49-F238E27FC236}">
                <a16:creationId xmlns:a16="http://schemas.microsoft.com/office/drawing/2014/main" id="{5C12015D-1394-3059-9FE8-6C8E6B28B728}"/>
              </a:ext>
            </a:extLst>
          </p:cNvPr>
          <p:cNvGraphicFramePr/>
          <p:nvPr>
            <p:extLst>
              <p:ext uri="{D42A27DB-BD31-4B8C-83A1-F6EECF244321}">
                <p14:modId xmlns:p14="http://schemas.microsoft.com/office/powerpoint/2010/main" val="3120478732"/>
              </p:ext>
            </p:extLst>
          </p:nvPr>
        </p:nvGraphicFramePr>
        <p:xfrm>
          <a:off x="1956832" y="1425853"/>
          <a:ext cx="8805862" cy="4406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EA995EB-9862-1092-A4CB-C703424FD727}"/>
              </a:ext>
            </a:extLst>
          </p:cNvPr>
          <p:cNvSpPr>
            <a:spLocks noGrp="1"/>
          </p:cNvSpPr>
          <p:nvPr>
            <p:ph type="sldNum" sz="quarter" idx="4"/>
          </p:nvPr>
        </p:nvSpPr>
        <p:spPr/>
        <p:txBody>
          <a:bodyPr/>
          <a:lstStyle/>
          <a:p>
            <a:fld id="{EF892D59-8F09-EF4B-AD6D-DA609442F868}" type="slidenum">
              <a:rPr lang="en-GB" smtClean="0"/>
              <a:pPr/>
              <a:t>7</a:t>
            </a:fld>
            <a:endParaRPr lang="en-GB"/>
          </a:p>
        </p:txBody>
      </p:sp>
    </p:spTree>
    <p:extLst>
      <p:ext uri="{BB962C8B-B14F-4D97-AF65-F5344CB8AC3E}">
        <p14:creationId xmlns:p14="http://schemas.microsoft.com/office/powerpoint/2010/main" val="1292820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4294967295"/>
          </p:nvPr>
        </p:nvSpPr>
        <p:spPr>
          <a:xfrm>
            <a:off x="1232424" y="371413"/>
            <a:ext cx="7381875" cy="676275"/>
          </a:xfrm>
        </p:spPr>
        <p:txBody>
          <a:bodyPr>
            <a:normAutofit/>
          </a:bodyPr>
          <a:lstStyle/>
          <a:p>
            <a:r>
              <a:rPr lang="en-GB" sz="3600" dirty="0">
                <a:latin typeface="Montserrat Black" panose="00000A00000000000000" pitchFamily="2" charset="0"/>
              </a:rPr>
              <a:t>Introductions</a:t>
            </a:r>
          </a:p>
        </p:txBody>
      </p:sp>
      <p:sp>
        <p:nvSpPr>
          <p:cNvPr id="3" name="Rounded Rectangle 2"/>
          <p:cNvSpPr/>
          <p:nvPr/>
        </p:nvSpPr>
        <p:spPr>
          <a:xfrm>
            <a:off x="6502254" y="1712305"/>
            <a:ext cx="2182874" cy="17780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Name </a:t>
            </a:r>
          </a:p>
        </p:txBody>
      </p:sp>
      <p:sp>
        <p:nvSpPr>
          <p:cNvPr id="6" name="Rounded Rectangle 5"/>
          <p:cNvSpPr/>
          <p:nvPr/>
        </p:nvSpPr>
        <p:spPr>
          <a:xfrm>
            <a:off x="8858517" y="1712305"/>
            <a:ext cx="2300926" cy="17780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Where do you work? </a:t>
            </a:r>
          </a:p>
        </p:txBody>
      </p:sp>
      <p:sp>
        <p:nvSpPr>
          <p:cNvPr id="7" name="Rounded Rectangle 6"/>
          <p:cNvSpPr/>
          <p:nvPr/>
        </p:nvSpPr>
        <p:spPr>
          <a:xfrm>
            <a:off x="7767080" y="3659499"/>
            <a:ext cx="2182874" cy="17780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What do you currently do with data?</a:t>
            </a:r>
          </a:p>
        </p:txBody>
      </p:sp>
      <p:pic>
        <p:nvPicPr>
          <p:cNvPr id="4" name="Picture 3" descr="A group of men posing for a picture&#10;&#10;Description automatically generated with medium confidence">
            <a:extLst>
              <a:ext uri="{FF2B5EF4-FFF2-40B4-BE49-F238E27FC236}">
                <a16:creationId xmlns:a16="http://schemas.microsoft.com/office/drawing/2014/main" id="{75C38DE9-48A6-D45E-28A1-79CC5B3B28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932" y="756833"/>
            <a:ext cx="5945808" cy="5945808"/>
          </a:xfrm>
          <a:prstGeom prst="rect">
            <a:avLst/>
          </a:prstGeom>
        </p:spPr>
      </p:pic>
      <p:sp>
        <p:nvSpPr>
          <p:cNvPr id="5" name="TextBox 4">
            <a:extLst>
              <a:ext uri="{FF2B5EF4-FFF2-40B4-BE49-F238E27FC236}">
                <a16:creationId xmlns:a16="http://schemas.microsoft.com/office/drawing/2014/main" id="{67053F35-09C8-C557-05BE-F95D23E59E7D}"/>
              </a:ext>
            </a:extLst>
          </p:cNvPr>
          <p:cNvSpPr txBox="1"/>
          <p:nvPr/>
        </p:nvSpPr>
        <p:spPr>
          <a:xfrm>
            <a:off x="10841923" y="6593747"/>
            <a:ext cx="2946733" cy="528506"/>
          </a:xfrm>
          <a:prstGeom prst="rect">
            <a:avLst/>
          </a:prstGeom>
        </p:spPr>
        <p:txBody>
          <a:bodyPr vert="horz" wrap="square" lIns="0" tIns="0" rIns="0" bIns="0" rtlCol="0" anchor="t" anchorCtr="0">
            <a:normAutofit/>
          </a:bodyPr>
          <a:lstStyle/>
          <a:p>
            <a:pPr algn="l"/>
            <a:r>
              <a:rPr lang="en-GB" sz="800" dirty="0">
                <a:solidFill>
                  <a:schemeClr val="bg2">
                    <a:lumMod val="50000"/>
                  </a:schemeClr>
                </a:solidFill>
              </a:rPr>
              <a:t>Graphics by </a:t>
            </a:r>
            <a:r>
              <a:rPr lang="en-GB" sz="800" dirty="0" err="1">
                <a:solidFill>
                  <a:schemeClr val="bg2">
                    <a:lumMod val="50000"/>
                  </a:schemeClr>
                </a:solidFill>
              </a:rPr>
              <a:t>Storyset</a:t>
            </a:r>
            <a:endParaRPr lang="en-GB" sz="800" dirty="0">
              <a:solidFill>
                <a:schemeClr val="bg2">
                  <a:lumMod val="50000"/>
                </a:schemeClr>
              </a:solidFill>
            </a:endParaRPr>
          </a:p>
        </p:txBody>
      </p:sp>
      <p:sp>
        <p:nvSpPr>
          <p:cNvPr id="2" name="Slide Number Placeholder 1">
            <a:extLst>
              <a:ext uri="{FF2B5EF4-FFF2-40B4-BE49-F238E27FC236}">
                <a16:creationId xmlns:a16="http://schemas.microsoft.com/office/drawing/2014/main" id="{95365582-ED41-473C-5E5A-C6CDB01D953A}"/>
              </a:ext>
            </a:extLst>
          </p:cNvPr>
          <p:cNvSpPr>
            <a:spLocks noGrp="1"/>
          </p:cNvSpPr>
          <p:nvPr>
            <p:ph type="sldNum" sz="quarter" idx="4"/>
          </p:nvPr>
        </p:nvSpPr>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1006032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E03773-A1AC-C255-128E-7062152643F1}"/>
              </a:ext>
            </a:extLst>
          </p:cNvPr>
          <p:cNvSpPr txBox="1"/>
          <p:nvPr/>
        </p:nvSpPr>
        <p:spPr>
          <a:xfrm>
            <a:off x="4523977" y="610058"/>
            <a:ext cx="7489145" cy="528506"/>
          </a:xfrm>
          <a:prstGeom prst="rect">
            <a:avLst/>
          </a:prstGeom>
        </p:spPr>
        <p:txBody>
          <a:bodyPr vert="horz" wrap="square" lIns="0" tIns="0" rIns="0" bIns="0" rtlCol="0" anchor="t" anchorCtr="0">
            <a:normAutofit lnSpcReduction="10000"/>
          </a:bodyPr>
          <a:lstStyle/>
          <a:p>
            <a:pPr algn="l"/>
            <a:r>
              <a:rPr lang="en-GB" sz="3600" dirty="0">
                <a:latin typeface="Montserrat Black" panose="00000A00000000000000" pitchFamily="2" charset="0"/>
              </a:rPr>
              <a:t>Questions?</a:t>
            </a:r>
          </a:p>
        </p:txBody>
      </p:sp>
      <p:sp>
        <p:nvSpPr>
          <p:cNvPr id="4" name="TextBox 3">
            <a:extLst>
              <a:ext uri="{FF2B5EF4-FFF2-40B4-BE49-F238E27FC236}">
                <a16:creationId xmlns:a16="http://schemas.microsoft.com/office/drawing/2014/main" id="{1F72D580-5FDD-A476-3852-5E093CE7E5D5}"/>
              </a:ext>
            </a:extLst>
          </p:cNvPr>
          <p:cNvSpPr txBox="1"/>
          <p:nvPr/>
        </p:nvSpPr>
        <p:spPr>
          <a:xfrm>
            <a:off x="4900311" y="5774438"/>
            <a:ext cx="7489145" cy="528506"/>
          </a:xfrm>
          <a:prstGeom prst="rect">
            <a:avLst/>
          </a:prstGeom>
        </p:spPr>
        <p:txBody>
          <a:bodyPr vert="horz" wrap="square" lIns="0" tIns="0" rIns="0" bIns="0" rtlCol="0" anchor="t" anchorCtr="0">
            <a:normAutofit lnSpcReduction="10000"/>
          </a:bodyPr>
          <a:lstStyle/>
          <a:p>
            <a:pPr algn="l"/>
            <a:r>
              <a:rPr lang="en-GB" sz="3600" dirty="0">
                <a:latin typeface="Montserrat Black" panose="00000A00000000000000" pitchFamily="2" charset="0"/>
              </a:rPr>
              <a:t>Just ask!</a:t>
            </a:r>
          </a:p>
        </p:txBody>
      </p:sp>
      <p:pic>
        <p:nvPicPr>
          <p:cNvPr id="6" name="Picture 5" descr="A group of people posing for the camera&#10;&#10;Description automatically generated with medium confidence">
            <a:extLst>
              <a:ext uri="{FF2B5EF4-FFF2-40B4-BE49-F238E27FC236}">
                <a16:creationId xmlns:a16="http://schemas.microsoft.com/office/drawing/2014/main" id="{37BE4A41-319F-F6E7-51CA-A70E2E3D11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68422" y="1006438"/>
            <a:ext cx="4900127" cy="4900127"/>
          </a:xfrm>
          <a:prstGeom prst="rect">
            <a:avLst/>
          </a:prstGeom>
        </p:spPr>
      </p:pic>
      <p:sp>
        <p:nvSpPr>
          <p:cNvPr id="7" name="TextBox 6">
            <a:extLst>
              <a:ext uri="{FF2B5EF4-FFF2-40B4-BE49-F238E27FC236}">
                <a16:creationId xmlns:a16="http://schemas.microsoft.com/office/drawing/2014/main" id="{0512DFB9-630C-D8ED-401E-C98824A86C67}"/>
              </a:ext>
            </a:extLst>
          </p:cNvPr>
          <p:cNvSpPr txBox="1"/>
          <p:nvPr/>
        </p:nvSpPr>
        <p:spPr>
          <a:xfrm>
            <a:off x="10841923" y="6593747"/>
            <a:ext cx="2946733" cy="528506"/>
          </a:xfrm>
          <a:prstGeom prst="rect">
            <a:avLst/>
          </a:prstGeom>
        </p:spPr>
        <p:txBody>
          <a:bodyPr vert="horz" wrap="square" lIns="0" tIns="0" rIns="0" bIns="0" rtlCol="0" anchor="t" anchorCtr="0">
            <a:normAutofit/>
          </a:bodyPr>
          <a:lstStyle/>
          <a:p>
            <a:pPr algn="l"/>
            <a:r>
              <a:rPr lang="en-GB" sz="800" dirty="0">
                <a:solidFill>
                  <a:schemeClr val="bg2">
                    <a:lumMod val="50000"/>
                  </a:schemeClr>
                </a:solidFill>
              </a:rPr>
              <a:t>Graphics by </a:t>
            </a:r>
            <a:r>
              <a:rPr lang="en-GB" sz="800" dirty="0" err="1">
                <a:solidFill>
                  <a:schemeClr val="bg2">
                    <a:lumMod val="50000"/>
                  </a:schemeClr>
                </a:solidFill>
              </a:rPr>
              <a:t>Storyset</a:t>
            </a:r>
            <a:endParaRPr lang="en-GB" sz="800" dirty="0">
              <a:solidFill>
                <a:schemeClr val="bg2">
                  <a:lumMod val="50000"/>
                </a:schemeClr>
              </a:solidFill>
            </a:endParaRPr>
          </a:p>
        </p:txBody>
      </p:sp>
      <p:sp>
        <p:nvSpPr>
          <p:cNvPr id="2" name="Slide Number Placeholder 1">
            <a:extLst>
              <a:ext uri="{FF2B5EF4-FFF2-40B4-BE49-F238E27FC236}">
                <a16:creationId xmlns:a16="http://schemas.microsoft.com/office/drawing/2014/main" id="{814F606F-C84F-8934-1DC1-4C23C0F3296E}"/>
              </a:ext>
            </a:extLst>
          </p:cNvPr>
          <p:cNvSpPr>
            <a:spLocks noGrp="1"/>
          </p:cNvSpPr>
          <p:nvPr>
            <p:ph type="sldNum" sz="quarter" idx="4"/>
          </p:nvPr>
        </p:nvSpPr>
        <p:spPr/>
        <p:txBody>
          <a:bodyPr/>
          <a:lstStyle/>
          <a:p>
            <a:fld id="{EF892D59-8F09-EF4B-AD6D-DA609442F868}" type="slidenum">
              <a:rPr lang="en-GB" smtClean="0"/>
              <a:pPr/>
              <a:t>9</a:t>
            </a:fld>
            <a:endParaRPr lang="en-GB"/>
          </a:p>
        </p:txBody>
      </p:sp>
    </p:spTree>
    <p:extLst>
      <p:ext uri="{BB962C8B-B14F-4D97-AF65-F5344CB8AC3E}">
        <p14:creationId xmlns:p14="http://schemas.microsoft.com/office/powerpoint/2010/main" val="3401766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AEBF98-3291-F61F-2BCA-B026842F7BE7}"/>
              </a:ext>
            </a:extLst>
          </p:cNvPr>
          <p:cNvSpPr>
            <a:spLocks noGrp="1"/>
          </p:cNvSpPr>
          <p:nvPr>
            <p:ph type="body" sz="quarter" idx="10"/>
          </p:nvPr>
        </p:nvSpPr>
        <p:spPr/>
        <p:txBody>
          <a:bodyPr/>
          <a:lstStyle/>
          <a:p>
            <a:r>
              <a:rPr lang="en-GB" dirty="0"/>
              <a:t>What sector do you work in?</a:t>
            </a:r>
          </a:p>
        </p:txBody>
      </p:sp>
      <p:grpSp>
        <p:nvGrpSpPr>
          <p:cNvPr id="6" name="Group 5"/>
          <p:cNvGrpSpPr/>
          <p:nvPr/>
        </p:nvGrpSpPr>
        <p:grpSpPr>
          <a:xfrm>
            <a:off x="3221741" y="796770"/>
            <a:ext cx="8829604" cy="4544314"/>
            <a:chOff x="3102964" y="671044"/>
            <a:chExt cx="8829604" cy="4544314"/>
          </a:xfrm>
        </p:grpSpPr>
        <p:sp>
          <p:nvSpPr>
            <p:cNvPr id="7" name="Freeform 6"/>
            <p:cNvSpPr/>
            <p:nvPr/>
          </p:nvSpPr>
          <p:spPr>
            <a:xfrm>
              <a:off x="4804428" y="3494881"/>
              <a:ext cx="2004320" cy="1720477"/>
            </a:xfrm>
            <a:custGeom>
              <a:avLst/>
              <a:gdLst>
                <a:gd name="connsiteX0" fmla="*/ 0 w 2004320"/>
                <a:gd name="connsiteY0" fmla="*/ 860239 h 1720477"/>
                <a:gd name="connsiteX1" fmla="*/ 430119 w 2004320"/>
                <a:gd name="connsiteY1" fmla="*/ 0 h 1720477"/>
                <a:gd name="connsiteX2" fmla="*/ 1574201 w 2004320"/>
                <a:gd name="connsiteY2" fmla="*/ 0 h 1720477"/>
                <a:gd name="connsiteX3" fmla="*/ 2004320 w 2004320"/>
                <a:gd name="connsiteY3" fmla="*/ 860239 h 1720477"/>
                <a:gd name="connsiteX4" fmla="*/ 1574201 w 2004320"/>
                <a:gd name="connsiteY4" fmla="*/ 1720477 h 1720477"/>
                <a:gd name="connsiteX5" fmla="*/ 430119 w 2004320"/>
                <a:gd name="connsiteY5" fmla="*/ 1720477 h 1720477"/>
                <a:gd name="connsiteX6" fmla="*/ 0 w 2004320"/>
                <a:gd name="connsiteY6" fmla="*/ 860239 h 1720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4320" h="1720477">
                  <a:moveTo>
                    <a:pt x="0" y="860239"/>
                  </a:moveTo>
                  <a:lnTo>
                    <a:pt x="430119" y="0"/>
                  </a:lnTo>
                  <a:lnTo>
                    <a:pt x="1574201" y="0"/>
                  </a:lnTo>
                  <a:lnTo>
                    <a:pt x="2004320" y="860239"/>
                  </a:lnTo>
                  <a:lnTo>
                    <a:pt x="1574201" y="1720477"/>
                  </a:lnTo>
                  <a:lnTo>
                    <a:pt x="430119" y="1720477"/>
                  </a:lnTo>
                  <a:lnTo>
                    <a:pt x="0" y="860239"/>
                  </a:lnTo>
                  <a:close/>
                </a:path>
              </a:pathLst>
            </a:custGeom>
          </p:spPr>
          <p:style>
            <a:lnRef idx="1">
              <a:schemeClr val="dk2">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none" lIns="0" tIns="0" rIns="0" bIns="0" numCol="1" spcCol="1270" anchor="ctr" anchorCtr="0">
              <a:noAutofit/>
            </a:bodyPr>
            <a:lstStyle/>
            <a:p>
              <a:pPr marL="0" marR="0" lvl="0" indent="0" algn="ctr" defTabSz="2889250" rtl="0" eaLnBrk="1" fontAlgn="base" latinLnBrk="0" hangingPunct="1">
                <a:lnSpc>
                  <a:spcPct val="90000"/>
                </a:lnSpc>
                <a:spcBef>
                  <a:spcPct val="0"/>
                </a:spcBef>
                <a:spcAft>
                  <a:spcPct val="35000"/>
                </a:spcAft>
                <a:buClrTx/>
                <a:buSzTx/>
                <a:buFontTx/>
                <a:buNone/>
                <a:tabLst/>
                <a:defRPr/>
              </a:pPr>
              <a:r>
                <a:rPr kumimoji="0" lang="en-GB" sz="2000" b="1" i="0" u="none" strike="noStrike" kern="1200" cap="none" spc="0" normalizeH="0" baseline="0" noProof="0" dirty="0">
                  <a:ln>
                    <a:noFill/>
                  </a:ln>
                  <a:solidFill>
                    <a:srgbClr val="004050"/>
                  </a:solidFill>
                  <a:effectLst/>
                  <a:uLnTx/>
                  <a:uFillTx/>
                  <a:latin typeface="Montserrat"/>
                  <a:ea typeface="+mn-ea"/>
                  <a:cs typeface="+mn-cs"/>
                </a:rPr>
                <a:t>Transport</a:t>
              </a:r>
              <a:endParaRPr kumimoji="0" lang="en-GB" sz="2400" b="1" i="0" u="none" strike="noStrike" kern="1200" cap="none" spc="0" normalizeH="0" baseline="0" noProof="0" dirty="0">
                <a:ln>
                  <a:noFill/>
                </a:ln>
                <a:solidFill>
                  <a:srgbClr val="004050"/>
                </a:solidFill>
                <a:effectLst/>
                <a:uLnTx/>
                <a:uFillTx/>
                <a:latin typeface="Montserrat"/>
                <a:ea typeface="+mn-ea"/>
                <a:cs typeface="+mn-cs"/>
              </a:endParaRPr>
            </a:p>
          </p:txBody>
        </p:sp>
        <p:sp>
          <p:nvSpPr>
            <p:cNvPr id="9" name="Hexagon 8"/>
            <p:cNvSpPr/>
            <p:nvPr/>
          </p:nvSpPr>
          <p:spPr>
            <a:xfrm>
              <a:off x="3102964" y="2559661"/>
              <a:ext cx="2004320" cy="1720477"/>
            </a:xfrm>
            <a:prstGeom prst="hexagon">
              <a:avLst>
                <a:gd name="adj" fmla="val 25000"/>
                <a:gd name="vf" fmla="val 115470"/>
              </a:avLst>
            </a:prstGeom>
            <a:solidFill>
              <a:srgbClr val="004050">
                <a:alpha val="90000"/>
              </a:srgbClr>
            </a:solidFill>
            <a:ln>
              <a:solidFill>
                <a:schemeClr val="bg1"/>
              </a:solidFill>
            </a:ln>
          </p:spPr>
          <p:style>
            <a:lnRef idx="1">
              <a:schemeClr val="dk2">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2">
                <a:hueOff val="0"/>
                <a:satOff val="0"/>
                <a:lumOff val="0"/>
                <a:alphaOff val="0"/>
              </a:schemeClr>
            </a:fontRef>
          </p:style>
          <p:txBody>
            <a:bodyPr vert="horz" wrap="none" lIns="0" tIns="0" rIns="0" bIns="0" anchor="ctr" anchorCtr="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Finance</a:t>
              </a:r>
              <a:endParaRPr kumimoji="0" lang="en-GB" sz="1000" b="1" i="0" u="none" strike="noStrike" kern="1200" cap="none" spc="0" normalizeH="0" baseline="0" noProof="0" dirty="0">
                <a:ln>
                  <a:noFill/>
                </a:ln>
                <a:solidFill>
                  <a:srgbClr val="FFFFFF"/>
                </a:solidFill>
                <a:effectLst/>
                <a:uLnTx/>
                <a:uFillTx/>
                <a:latin typeface="Montserrat"/>
                <a:ea typeface="+mn-ea"/>
                <a:cs typeface="+mn-cs"/>
              </a:endParaRPr>
            </a:p>
          </p:txBody>
        </p:sp>
        <p:sp>
          <p:nvSpPr>
            <p:cNvPr id="11" name="Freeform 10"/>
            <p:cNvSpPr/>
            <p:nvPr/>
          </p:nvSpPr>
          <p:spPr>
            <a:xfrm>
              <a:off x="6504127" y="2546483"/>
              <a:ext cx="2004320" cy="1720477"/>
            </a:xfrm>
            <a:custGeom>
              <a:avLst/>
              <a:gdLst>
                <a:gd name="connsiteX0" fmla="*/ 0 w 2004320"/>
                <a:gd name="connsiteY0" fmla="*/ 860239 h 1720477"/>
                <a:gd name="connsiteX1" fmla="*/ 430119 w 2004320"/>
                <a:gd name="connsiteY1" fmla="*/ 0 h 1720477"/>
                <a:gd name="connsiteX2" fmla="*/ 1574201 w 2004320"/>
                <a:gd name="connsiteY2" fmla="*/ 0 h 1720477"/>
                <a:gd name="connsiteX3" fmla="*/ 2004320 w 2004320"/>
                <a:gd name="connsiteY3" fmla="*/ 860239 h 1720477"/>
                <a:gd name="connsiteX4" fmla="*/ 1574201 w 2004320"/>
                <a:gd name="connsiteY4" fmla="*/ 1720477 h 1720477"/>
                <a:gd name="connsiteX5" fmla="*/ 430119 w 2004320"/>
                <a:gd name="connsiteY5" fmla="*/ 1720477 h 1720477"/>
                <a:gd name="connsiteX6" fmla="*/ 0 w 2004320"/>
                <a:gd name="connsiteY6" fmla="*/ 860239 h 1720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4320" h="1720477">
                  <a:moveTo>
                    <a:pt x="0" y="860239"/>
                  </a:moveTo>
                  <a:lnTo>
                    <a:pt x="430119" y="0"/>
                  </a:lnTo>
                  <a:lnTo>
                    <a:pt x="1574201" y="0"/>
                  </a:lnTo>
                  <a:lnTo>
                    <a:pt x="2004320" y="860239"/>
                  </a:lnTo>
                  <a:lnTo>
                    <a:pt x="1574201" y="1720477"/>
                  </a:lnTo>
                  <a:lnTo>
                    <a:pt x="430119" y="1720477"/>
                  </a:lnTo>
                  <a:lnTo>
                    <a:pt x="0" y="860239"/>
                  </a:lnTo>
                  <a:close/>
                </a:path>
              </a:pathLst>
            </a:custGeom>
          </p:spPr>
          <p:style>
            <a:lnRef idx="1">
              <a:schemeClr val="dk2">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none" lIns="0" tIns="0" rIns="0" bIns="0" numCol="1" spcCol="1270" anchor="ctr" anchorCtr="0">
              <a:noAutofit/>
            </a:bodyPr>
            <a:lstStyle/>
            <a:p>
              <a:pPr marL="0" marR="0" lvl="0" indent="0" algn="ctr" defTabSz="2889250" rtl="0" eaLnBrk="1" fontAlgn="base" latinLnBrk="0" hangingPunct="1">
                <a:lnSpc>
                  <a:spcPct val="90000"/>
                </a:lnSpc>
                <a:spcBef>
                  <a:spcPct val="0"/>
                </a:spcBef>
                <a:spcAft>
                  <a:spcPct val="35000"/>
                </a:spcAft>
                <a:buClrTx/>
                <a:buSzTx/>
                <a:buFontTx/>
                <a:buNone/>
                <a:tabLst/>
                <a:defRPr/>
              </a:pPr>
              <a:r>
                <a:rPr kumimoji="0" lang="en-GB" sz="2000" b="1" i="0" u="none" strike="noStrike" kern="1200" cap="none" spc="0" normalizeH="0" baseline="0" noProof="0" dirty="0">
                  <a:ln>
                    <a:noFill/>
                  </a:ln>
                  <a:solidFill>
                    <a:srgbClr val="004050"/>
                  </a:solidFill>
                  <a:effectLst/>
                  <a:uLnTx/>
                  <a:uFillTx/>
                  <a:latin typeface="Montserrat"/>
                  <a:ea typeface="+mn-ea"/>
                  <a:cs typeface="+mn-cs"/>
                </a:rPr>
                <a:t>Charity</a:t>
              </a:r>
              <a:endParaRPr kumimoji="0" lang="en-GB" sz="2400" b="1" i="0" u="none" strike="noStrike" kern="1200" cap="none" spc="0" normalizeH="0" baseline="0" noProof="0" dirty="0">
                <a:ln>
                  <a:noFill/>
                </a:ln>
                <a:solidFill>
                  <a:srgbClr val="004050"/>
                </a:solidFill>
                <a:effectLst/>
                <a:uLnTx/>
                <a:uFillTx/>
                <a:latin typeface="Montserrat"/>
                <a:ea typeface="+mn-ea"/>
                <a:cs typeface="+mn-cs"/>
              </a:endParaRPr>
            </a:p>
          </p:txBody>
        </p:sp>
        <p:sp>
          <p:nvSpPr>
            <p:cNvPr id="13" name="Hexagon 12"/>
            <p:cNvSpPr/>
            <p:nvPr/>
          </p:nvSpPr>
          <p:spPr>
            <a:xfrm>
              <a:off x="8212656" y="3492155"/>
              <a:ext cx="2004320" cy="1720477"/>
            </a:xfrm>
            <a:prstGeom prst="hexagon">
              <a:avLst>
                <a:gd name="adj" fmla="val 25000"/>
                <a:gd name="vf" fmla="val 115470"/>
              </a:avLst>
            </a:prstGeom>
            <a:solidFill>
              <a:srgbClr val="004050">
                <a:alpha val="90000"/>
              </a:srgbClr>
            </a:solidFill>
          </p:spPr>
          <p:style>
            <a:lnRef idx="1">
              <a:schemeClr val="dk2">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2">
                <a:hueOff val="0"/>
                <a:satOff val="0"/>
                <a:lumOff val="0"/>
                <a:alphaOff val="0"/>
              </a:schemeClr>
            </a:fontRef>
          </p:style>
          <p:txBody>
            <a:bodyPr vert="horz" wrap="none" lIns="0" tIns="0" rIns="0" bIns="0" anchor="ctr" anchorCtr="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Education</a:t>
              </a:r>
              <a:endParaRPr kumimoji="0" lang="en-GB" sz="1000" b="1" i="0" u="none" strike="noStrike" kern="1200" cap="none" spc="0" normalizeH="0" baseline="0" noProof="0" dirty="0">
                <a:ln>
                  <a:noFill/>
                </a:ln>
                <a:solidFill>
                  <a:srgbClr val="FFFFFF"/>
                </a:solidFill>
                <a:effectLst/>
                <a:uLnTx/>
                <a:uFillTx/>
                <a:latin typeface="Montserrat"/>
                <a:ea typeface="+mn-ea"/>
                <a:cs typeface="+mn-cs"/>
              </a:endParaRPr>
            </a:p>
          </p:txBody>
        </p:sp>
        <p:sp>
          <p:nvSpPr>
            <p:cNvPr id="15" name="Freeform 14"/>
            <p:cNvSpPr/>
            <p:nvPr/>
          </p:nvSpPr>
          <p:spPr>
            <a:xfrm>
              <a:off x="4804428" y="1619442"/>
              <a:ext cx="2004320" cy="1720477"/>
            </a:xfrm>
            <a:custGeom>
              <a:avLst/>
              <a:gdLst>
                <a:gd name="connsiteX0" fmla="*/ 0 w 2004320"/>
                <a:gd name="connsiteY0" fmla="*/ 860239 h 1720477"/>
                <a:gd name="connsiteX1" fmla="*/ 430119 w 2004320"/>
                <a:gd name="connsiteY1" fmla="*/ 0 h 1720477"/>
                <a:gd name="connsiteX2" fmla="*/ 1574201 w 2004320"/>
                <a:gd name="connsiteY2" fmla="*/ 0 h 1720477"/>
                <a:gd name="connsiteX3" fmla="*/ 2004320 w 2004320"/>
                <a:gd name="connsiteY3" fmla="*/ 860239 h 1720477"/>
                <a:gd name="connsiteX4" fmla="*/ 1574201 w 2004320"/>
                <a:gd name="connsiteY4" fmla="*/ 1720477 h 1720477"/>
                <a:gd name="connsiteX5" fmla="*/ 430119 w 2004320"/>
                <a:gd name="connsiteY5" fmla="*/ 1720477 h 1720477"/>
                <a:gd name="connsiteX6" fmla="*/ 0 w 2004320"/>
                <a:gd name="connsiteY6" fmla="*/ 860239 h 1720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4320" h="1720477">
                  <a:moveTo>
                    <a:pt x="0" y="860239"/>
                  </a:moveTo>
                  <a:lnTo>
                    <a:pt x="430119" y="0"/>
                  </a:lnTo>
                  <a:lnTo>
                    <a:pt x="1574201" y="0"/>
                  </a:lnTo>
                  <a:lnTo>
                    <a:pt x="2004320" y="860239"/>
                  </a:lnTo>
                  <a:lnTo>
                    <a:pt x="1574201" y="1720477"/>
                  </a:lnTo>
                  <a:lnTo>
                    <a:pt x="430119" y="1720477"/>
                  </a:lnTo>
                  <a:lnTo>
                    <a:pt x="0" y="860239"/>
                  </a:lnTo>
                  <a:close/>
                </a:path>
              </a:pathLst>
            </a:custGeom>
          </p:spPr>
          <p:style>
            <a:lnRef idx="1">
              <a:schemeClr val="dk2">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none" lIns="0" tIns="0" rIns="0" bIns="0" numCol="1" spcCol="1270" anchor="ctr" anchorCtr="0">
              <a:noAutofit/>
            </a:bodyPr>
            <a:lstStyle/>
            <a:p>
              <a:pPr marL="0" marR="0" lvl="0" indent="0" algn="ctr" defTabSz="2889250" rtl="0" eaLnBrk="1" fontAlgn="base" latinLnBrk="0" hangingPunct="1">
                <a:lnSpc>
                  <a:spcPct val="90000"/>
                </a:lnSpc>
                <a:spcBef>
                  <a:spcPct val="0"/>
                </a:spcBef>
                <a:spcAft>
                  <a:spcPct val="35000"/>
                </a:spcAft>
                <a:buClrTx/>
                <a:buSzTx/>
                <a:buFontTx/>
                <a:buNone/>
                <a:tabLst/>
                <a:defRPr/>
              </a:pPr>
              <a:r>
                <a:rPr kumimoji="0" lang="en-GB" sz="2000" b="1" i="0" u="none" strike="noStrike" kern="1200" cap="none" spc="0" normalizeH="0" baseline="0" noProof="0" dirty="0">
                  <a:ln>
                    <a:noFill/>
                  </a:ln>
                  <a:solidFill>
                    <a:srgbClr val="004050"/>
                  </a:solidFill>
                  <a:effectLst/>
                  <a:uLnTx/>
                  <a:uFillTx/>
                  <a:latin typeface="Montserrat"/>
                  <a:ea typeface="+mn-ea"/>
                  <a:cs typeface="+mn-cs"/>
                </a:rPr>
                <a:t>Sales</a:t>
              </a:r>
            </a:p>
          </p:txBody>
        </p:sp>
        <p:sp>
          <p:nvSpPr>
            <p:cNvPr id="17" name="Hexagon 16"/>
            <p:cNvSpPr/>
            <p:nvPr/>
          </p:nvSpPr>
          <p:spPr>
            <a:xfrm>
              <a:off x="6504127" y="671044"/>
              <a:ext cx="2004320" cy="1720477"/>
            </a:xfrm>
            <a:prstGeom prst="hexagon">
              <a:avLst>
                <a:gd name="adj" fmla="val 25000"/>
                <a:gd name="vf" fmla="val 115470"/>
              </a:avLst>
            </a:prstGeom>
            <a:solidFill>
              <a:srgbClr val="004050">
                <a:alpha val="90000"/>
              </a:srgbClr>
            </a:solidFill>
            <a:ln>
              <a:solidFill>
                <a:schemeClr val="bg1"/>
              </a:solidFill>
            </a:ln>
          </p:spPr>
          <p:style>
            <a:lnRef idx="1">
              <a:schemeClr val="dk2">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2">
                <a:hueOff val="0"/>
                <a:satOff val="0"/>
                <a:lumOff val="0"/>
                <a:alphaOff val="0"/>
              </a:schemeClr>
            </a:fontRef>
          </p:style>
          <p:txBody>
            <a:bodyPr vert="horz" wrap="none" lIns="0" tIns="0" rIns="0" bIns="0" anchor="ctr" anchorCtr="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Government</a:t>
              </a:r>
              <a:endParaRPr kumimoji="0" lang="en-GB" sz="1000" b="1" i="0" u="none" strike="noStrike" kern="1200" cap="none" spc="0" normalizeH="0" baseline="0" noProof="0" dirty="0">
                <a:ln>
                  <a:noFill/>
                </a:ln>
                <a:solidFill>
                  <a:srgbClr val="FFFFFF"/>
                </a:solidFill>
                <a:effectLst/>
                <a:uLnTx/>
                <a:uFillTx/>
                <a:latin typeface="Montserrat"/>
                <a:ea typeface="+mn-ea"/>
                <a:cs typeface="+mn-cs"/>
              </a:endParaRPr>
            </a:p>
          </p:txBody>
        </p:sp>
        <p:sp>
          <p:nvSpPr>
            <p:cNvPr id="19" name="Freeform 18"/>
            <p:cNvSpPr/>
            <p:nvPr/>
          </p:nvSpPr>
          <p:spPr>
            <a:xfrm>
              <a:off x="8212656" y="1616716"/>
              <a:ext cx="2004320" cy="1720477"/>
            </a:xfrm>
            <a:custGeom>
              <a:avLst/>
              <a:gdLst>
                <a:gd name="connsiteX0" fmla="*/ 0 w 2004320"/>
                <a:gd name="connsiteY0" fmla="*/ 860239 h 1720477"/>
                <a:gd name="connsiteX1" fmla="*/ 430119 w 2004320"/>
                <a:gd name="connsiteY1" fmla="*/ 0 h 1720477"/>
                <a:gd name="connsiteX2" fmla="*/ 1574201 w 2004320"/>
                <a:gd name="connsiteY2" fmla="*/ 0 h 1720477"/>
                <a:gd name="connsiteX3" fmla="*/ 2004320 w 2004320"/>
                <a:gd name="connsiteY3" fmla="*/ 860239 h 1720477"/>
                <a:gd name="connsiteX4" fmla="*/ 1574201 w 2004320"/>
                <a:gd name="connsiteY4" fmla="*/ 1720477 h 1720477"/>
                <a:gd name="connsiteX5" fmla="*/ 430119 w 2004320"/>
                <a:gd name="connsiteY5" fmla="*/ 1720477 h 1720477"/>
                <a:gd name="connsiteX6" fmla="*/ 0 w 2004320"/>
                <a:gd name="connsiteY6" fmla="*/ 860239 h 1720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4320" h="1720477">
                  <a:moveTo>
                    <a:pt x="0" y="860239"/>
                  </a:moveTo>
                  <a:lnTo>
                    <a:pt x="430119" y="0"/>
                  </a:lnTo>
                  <a:lnTo>
                    <a:pt x="1574201" y="0"/>
                  </a:lnTo>
                  <a:lnTo>
                    <a:pt x="2004320" y="860239"/>
                  </a:lnTo>
                  <a:lnTo>
                    <a:pt x="1574201" y="1720477"/>
                  </a:lnTo>
                  <a:lnTo>
                    <a:pt x="430119" y="1720477"/>
                  </a:lnTo>
                  <a:lnTo>
                    <a:pt x="0" y="860239"/>
                  </a:lnTo>
                  <a:close/>
                </a:path>
              </a:pathLst>
            </a:custGeom>
          </p:spPr>
          <p:style>
            <a:lnRef idx="1">
              <a:schemeClr val="dk2">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none" lIns="0" tIns="0" rIns="0" bIns="0" numCol="1" spcCol="1270" anchor="ctr" anchorCtr="0">
              <a:noAutofit/>
            </a:bodyPr>
            <a:lstStyle/>
            <a:p>
              <a:pPr marL="0" marR="0" lvl="0" indent="0" algn="ctr" defTabSz="2889250" rtl="0" eaLnBrk="1" fontAlgn="base" latinLnBrk="0" hangingPunct="1">
                <a:lnSpc>
                  <a:spcPct val="90000"/>
                </a:lnSpc>
                <a:spcBef>
                  <a:spcPct val="0"/>
                </a:spcBef>
                <a:spcAft>
                  <a:spcPct val="35000"/>
                </a:spcAft>
                <a:buClrTx/>
                <a:buSzTx/>
                <a:buFontTx/>
                <a:buNone/>
                <a:tabLst/>
                <a:defRPr/>
              </a:pPr>
              <a:r>
                <a:rPr kumimoji="0" lang="en-GB" sz="2000" b="1" i="0" u="none" strike="noStrike" kern="1200" cap="none" spc="0" normalizeH="0" baseline="0" noProof="0" dirty="0">
                  <a:ln>
                    <a:noFill/>
                  </a:ln>
                  <a:solidFill>
                    <a:srgbClr val="004050"/>
                  </a:solidFill>
                  <a:effectLst/>
                  <a:uLnTx/>
                  <a:uFillTx/>
                  <a:latin typeface="Montserrat"/>
                  <a:ea typeface="+mn-ea"/>
                  <a:cs typeface="+mn-cs"/>
                </a:rPr>
                <a:t>Healthcare</a:t>
              </a:r>
              <a:endParaRPr kumimoji="0" lang="en-GB" sz="1000" b="1" i="0" u="none" strike="noStrike" kern="1200" cap="none" spc="0" normalizeH="0" baseline="0" noProof="0" dirty="0">
                <a:ln>
                  <a:noFill/>
                </a:ln>
                <a:solidFill>
                  <a:srgbClr val="004050"/>
                </a:solidFill>
                <a:effectLst/>
                <a:uLnTx/>
                <a:uFillTx/>
                <a:latin typeface="Montserrat"/>
                <a:ea typeface="+mn-ea"/>
                <a:cs typeface="+mn-cs"/>
              </a:endParaRPr>
            </a:p>
          </p:txBody>
        </p:sp>
        <p:sp>
          <p:nvSpPr>
            <p:cNvPr id="21" name="Hexagon 20"/>
            <p:cNvSpPr/>
            <p:nvPr/>
          </p:nvSpPr>
          <p:spPr>
            <a:xfrm>
              <a:off x="9928248" y="2562388"/>
              <a:ext cx="2004320" cy="1720477"/>
            </a:xfrm>
            <a:prstGeom prst="hexagon">
              <a:avLst>
                <a:gd name="adj" fmla="val 25000"/>
                <a:gd name="vf" fmla="val 115470"/>
              </a:avLst>
            </a:prstGeom>
            <a:solidFill>
              <a:srgbClr val="004050">
                <a:alpha val="90000"/>
              </a:srgbClr>
            </a:solidFill>
            <a:ln>
              <a:solidFill>
                <a:schemeClr val="bg1"/>
              </a:solidFill>
            </a:ln>
          </p:spPr>
          <p:style>
            <a:lnRef idx="1">
              <a:schemeClr val="dk2">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2">
                <a:hueOff val="0"/>
                <a:satOff val="0"/>
                <a:lumOff val="0"/>
                <a:alphaOff val="0"/>
              </a:schemeClr>
            </a:fontRef>
          </p:style>
          <p:txBody>
            <a:bodyPr vert="horz" wrap="none" lIns="0" tIns="0" rIns="0" bIns="0" anchor="ctr" anchorCtr="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Other</a:t>
              </a:r>
            </a:p>
          </p:txBody>
        </p:sp>
      </p:grpSp>
      <p:sp>
        <p:nvSpPr>
          <p:cNvPr id="23" name="Hexagon 22"/>
          <p:cNvSpPr/>
          <p:nvPr/>
        </p:nvSpPr>
        <p:spPr>
          <a:xfrm>
            <a:off x="6622904" y="4478119"/>
            <a:ext cx="2004320" cy="1720477"/>
          </a:xfrm>
          <a:prstGeom prst="hexagon">
            <a:avLst>
              <a:gd name="adj" fmla="val 25000"/>
              <a:gd name="vf" fmla="val 115470"/>
            </a:avLst>
          </a:prstGeom>
          <a:solidFill>
            <a:srgbClr val="004050">
              <a:alpha val="90000"/>
            </a:srgbClr>
          </a:solidFill>
          <a:ln>
            <a:solidFill>
              <a:schemeClr val="bg1"/>
            </a:solidFill>
          </a:ln>
        </p:spPr>
        <p:style>
          <a:lnRef idx="1">
            <a:schemeClr val="dk2">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2">
              <a:hueOff val="0"/>
              <a:satOff val="0"/>
              <a:lumOff val="0"/>
              <a:alphaOff val="0"/>
            </a:schemeClr>
          </a:fontRef>
        </p:style>
        <p:txBody>
          <a:bodyPr vert="horz" wrap="none" lIns="0" tIns="0" rIns="0" bIns="0" anchor="ctr" anchorCtr="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Montserrat"/>
                <a:ea typeface="+mn-ea"/>
                <a:cs typeface="+mn-cs"/>
              </a:rPr>
              <a:t>IT</a:t>
            </a:r>
          </a:p>
        </p:txBody>
      </p:sp>
      <p:sp>
        <p:nvSpPr>
          <p:cNvPr id="3" name="Slide Number Placeholder 2">
            <a:extLst>
              <a:ext uri="{FF2B5EF4-FFF2-40B4-BE49-F238E27FC236}">
                <a16:creationId xmlns:a16="http://schemas.microsoft.com/office/drawing/2014/main" id="{CC54C4A2-CF07-7516-4587-94DFFFE55F55}"/>
              </a:ext>
            </a:extLst>
          </p:cNvPr>
          <p:cNvSpPr>
            <a:spLocks noGrp="1"/>
          </p:cNvSpPr>
          <p:nvPr>
            <p:ph type="sldNum" sz="quarter" idx="4"/>
          </p:nvPr>
        </p:nvSpPr>
        <p:spPr/>
        <p:txBody>
          <a:bodyPr/>
          <a:lstStyle/>
          <a:p>
            <a:fld id="{3C9C554F-2335-4EBA-A5CB-7E6DBA707ABC}" type="slidenum">
              <a:rPr lang="en-GB" smtClean="0"/>
              <a:t>10</a:t>
            </a:fld>
            <a:endParaRPr lang="en-GB" dirty="0"/>
          </a:p>
        </p:txBody>
      </p:sp>
    </p:spTree>
    <p:extLst>
      <p:ext uri="{BB962C8B-B14F-4D97-AF65-F5344CB8AC3E}">
        <p14:creationId xmlns:p14="http://schemas.microsoft.com/office/powerpoint/2010/main" val="3183107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3A5C17C-40BC-4F67-96BD-DB95AB4101CA}"/>
              </a:ext>
            </a:extLst>
          </p:cNvPr>
          <p:cNvSpPr txBox="1">
            <a:spLocks/>
          </p:cNvSpPr>
          <p:nvPr/>
        </p:nvSpPr>
        <p:spPr>
          <a:xfrm>
            <a:off x="0" y="-1"/>
            <a:ext cx="12192000" cy="3429001"/>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5400" b="1" i="0" u="none" strike="noStrike" kern="1200" cap="none" spc="0" normalizeH="0" baseline="0" noProof="0" dirty="0">
                <a:ln>
                  <a:noFill/>
                </a:ln>
                <a:solidFill>
                  <a:schemeClr val="tx1"/>
                </a:solidFill>
                <a:effectLst/>
                <a:uLnTx/>
                <a:uFillTx/>
                <a:latin typeface="Montserrat Black"/>
                <a:ea typeface="+mn-ea"/>
                <a:cs typeface="+mn-cs"/>
              </a:rPr>
              <a:t>YOUR</a:t>
            </a:r>
            <a:br>
              <a:rPr kumimoji="0" lang="en-GB" sz="5400" b="1" i="0" u="none" strike="noStrike" kern="1200" cap="none" spc="0" normalizeH="0" baseline="0" noProof="0" dirty="0">
                <a:ln>
                  <a:noFill/>
                </a:ln>
                <a:solidFill>
                  <a:schemeClr val="tx1"/>
                </a:solidFill>
                <a:effectLst/>
                <a:uLnTx/>
                <a:uFillTx/>
                <a:latin typeface="Montserrat Black"/>
                <a:ea typeface="+mn-ea"/>
                <a:cs typeface="+mn-cs"/>
              </a:rPr>
            </a:br>
            <a:r>
              <a:rPr kumimoji="0" lang="en-GB" sz="5400" b="1" i="0" u="none" strike="noStrike" kern="1200" cap="none" spc="0" normalizeH="0" baseline="0" noProof="0" dirty="0">
                <a:ln>
                  <a:noFill/>
                </a:ln>
                <a:solidFill>
                  <a:schemeClr val="tx1"/>
                </a:solidFill>
                <a:effectLst/>
                <a:uLnTx/>
                <a:uFillTx/>
                <a:latin typeface="Montserrat Black"/>
                <a:ea typeface="+mn-ea"/>
                <a:cs typeface="+mn-cs"/>
              </a:rPr>
              <a:t>EXPERIENCE </a:t>
            </a:r>
          </a:p>
        </p:txBody>
      </p:sp>
      <p:graphicFrame>
        <p:nvGraphicFramePr>
          <p:cNvPr id="7" name="Diagram 6"/>
          <p:cNvGraphicFramePr/>
          <p:nvPr/>
        </p:nvGraphicFramePr>
        <p:xfrm>
          <a:off x="302228" y="3729942"/>
          <a:ext cx="11619696" cy="29023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9732" t="-5388" r="-9847" b="6180"/>
          <a:stretch/>
        </p:blipFill>
        <p:spPr>
          <a:xfrm>
            <a:off x="207270" y="295592"/>
            <a:ext cx="776377" cy="483079"/>
          </a:xfrm>
          <a:prstGeom prst="rect">
            <a:avLst/>
          </a:prstGeom>
        </p:spPr>
      </p:pic>
      <p:pic>
        <p:nvPicPr>
          <p:cNvPr id="3" name="Picture 2"/>
          <p:cNvPicPr>
            <a:picLocks noChangeAspect="1"/>
          </p:cNvPicPr>
          <p:nvPr/>
        </p:nvPicPr>
        <p:blipFill>
          <a:blip r:embed="rId9">
            <a:duotone>
              <a:prstClr val="black"/>
              <a:schemeClr val="tx2">
                <a:tint val="45000"/>
                <a:satMod val="400000"/>
              </a:schemeClr>
            </a:duotone>
          </a:blip>
          <a:stretch>
            <a:fillRect/>
          </a:stretch>
        </p:blipFill>
        <p:spPr>
          <a:xfrm>
            <a:off x="1516873" y="963788"/>
            <a:ext cx="982133" cy="1501422"/>
          </a:xfrm>
          <a:prstGeom prst="rect">
            <a:avLst/>
          </a:prstGeom>
        </p:spPr>
      </p:pic>
      <p:pic>
        <p:nvPicPr>
          <p:cNvPr id="6" name="Picture 5">
            <a:extLst>
              <a:ext uri="{FF2B5EF4-FFF2-40B4-BE49-F238E27FC236}">
                <a16:creationId xmlns:a16="http://schemas.microsoft.com/office/drawing/2014/main" id="{5B039948-7A20-F4E9-E6A6-40B259D0842B}"/>
              </a:ext>
            </a:extLst>
          </p:cNvPr>
          <p:cNvPicPr>
            <a:picLocks noChangeAspect="1"/>
          </p:cNvPicPr>
          <p:nvPr/>
        </p:nvPicPr>
        <p:blipFill>
          <a:blip r:embed="rId9">
            <a:duotone>
              <a:prstClr val="black"/>
              <a:schemeClr val="tx2">
                <a:tint val="45000"/>
                <a:satMod val="400000"/>
              </a:schemeClr>
            </a:duotone>
          </a:blip>
          <a:stretch>
            <a:fillRect/>
          </a:stretch>
        </p:blipFill>
        <p:spPr>
          <a:xfrm flipH="1">
            <a:off x="9872240" y="963788"/>
            <a:ext cx="982133" cy="1501422"/>
          </a:xfrm>
          <a:prstGeom prst="rect">
            <a:avLst/>
          </a:prstGeom>
        </p:spPr>
      </p:pic>
    </p:spTree>
    <p:extLst>
      <p:ext uri="{BB962C8B-B14F-4D97-AF65-F5344CB8AC3E}">
        <p14:creationId xmlns:p14="http://schemas.microsoft.com/office/powerpoint/2010/main" val="293853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272818" y="3125016"/>
            <a:ext cx="8066757" cy="607967"/>
          </a:xfrm>
        </p:spPr>
        <p:txBody>
          <a:bodyPr/>
          <a:lstStyle/>
          <a:p>
            <a:r>
              <a:rPr lang="en-GB" dirty="0"/>
              <a:t>Let’s Get Started…</a:t>
            </a:r>
          </a:p>
        </p:txBody>
      </p:sp>
    </p:spTree>
    <p:extLst>
      <p:ext uri="{BB962C8B-B14F-4D97-AF65-F5344CB8AC3E}">
        <p14:creationId xmlns:p14="http://schemas.microsoft.com/office/powerpoint/2010/main" val="1040363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0E4E-8CEF-4154-BCB8-6661ACCA6433}"/>
              </a:ext>
            </a:extLst>
          </p:cNvPr>
          <p:cNvSpPr>
            <a:spLocks noGrp="1"/>
          </p:cNvSpPr>
          <p:nvPr>
            <p:ph type="ctrTitle"/>
          </p:nvPr>
        </p:nvSpPr>
        <p:spPr>
          <a:xfrm>
            <a:off x="7035864" y="1965258"/>
            <a:ext cx="4679121" cy="2019300"/>
          </a:xfrm>
        </p:spPr>
        <p:txBody>
          <a:bodyPr/>
          <a:lstStyle/>
          <a:p>
            <a:r>
              <a:rPr lang="en-GB" dirty="0"/>
              <a:t>Module 1:</a:t>
            </a:r>
            <a:br>
              <a:rPr lang="en-GB" dirty="0"/>
            </a:br>
            <a:r>
              <a:rPr lang="en-GB" dirty="0"/>
              <a:t>What is Data visualisation?</a:t>
            </a:r>
          </a:p>
        </p:txBody>
      </p:sp>
      <p:sp>
        <p:nvSpPr>
          <p:cNvPr id="3" name="Text Placeholder 2">
            <a:extLst>
              <a:ext uri="{FF2B5EF4-FFF2-40B4-BE49-F238E27FC236}">
                <a16:creationId xmlns:a16="http://schemas.microsoft.com/office/drawing/2014/main" id="{B9066200-D803-40CD-9A57-157A0B4E6042}"/>
              </a:ext>
            </a:extLst>
          </p:cNvPr>
          <p:cNvSpPr>
            <a:spLocks noGrp="1"/>
          </p:cNvSpPr>
          <p:nvPr>
            <p:ph type="body" sz="quarter" idx="10"/>
          </p:nvPr>
        </p:nvSpPr>
        <p:spPr>
          <a:xfrm>
            <a:off x="7035864" y="4417150"/>
            <a:ext cx="4679121" cy="2518672"/>
          </a:xfrm>
        </p:spPr>
        <p:txBody>
          <a:bodyPr>
            <a:normAutofit/>
          </a:bodyPr>
          <a:lstStyle/>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Why do we need a visual</a:t>
            </a:r>
          </a:p>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latin typeface="Montserrat" panose="00000500000000000000" pitchFamily="2" charset="0"/>
                <a:ea typeface="Montserrat" panose="00000500000000000000" pitchFamily="2" charset="0"/>
                <a:cs typeface="Times New Roman" panose="02020603050405020304" pitchFamily="18" charset="0"/>
              </a:rPr>
              <a:t>Where can visuals be used</a:t>
            </a:r>
            <a:endPar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endParaRPr>
          </a:p>
        </p:txBody>
      </p:sp>
    </p:spTree>
    <p:extLst>
      <p:ext uri="{BB962C8B-B14F-4D97-AF65-F5344CB8AC3E}">
        <p14:creationId xmlns:p14="http://schemas.microsoft.com/office/powerpoint/2010/main" val="4096264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4F2EBFB-FFA7-7B81-6DDD-D2A1D6093885}"/>
              </a:ext>
            </a:extLst>
          </p:cNvPr>
          <p:cNvSpPr>
            <a:spLocks noGrp="1"/>
          </p:cNvSpPr>
          <p:nvPr>
            <p:ph type="body" sz="quarter" idx="10"/>
          </p:nvPr>
        </p:nvSpPr>
        <p:spPr/>
        <p:txBody>
          <a:bodyPr>
            <a:normAutofit/>
          </a:bodyPr>
          <a:lstStyle/>
          <a:p>
            <a:r>
              <a:rPr lang="en-GB" dirty="0"/>
              <a:t>Review</a:t>
            </a:r>
          </a:p>
          <a:p>
            <a:r>
              <a:rPr lang="en-GB" dirty="0"/>
              <a:t>questions</a:t>
            </a:r>
          </a:p>
        </p:txBody>
      </p:sp>
      <p:sp>
        <p:nvSpPr>
          <p:cNvPr id="3" name="Text Placeholder 2">
            <a:extLst>
              <a:ext uri="{FF2B5EF4-FFF2-40B4-BE49-F238E27FC236}">
                <a16:creationId xmlns:a16="http://schemas.microsoft.com/office/drawing/2014/main" id="{D838DE07-5ED8-3FEF-CDE2-D6B9BC8B2CE1}"/>
              </a:ext>
            </a:extLst>
          </p:cNvPr>
          <p:cNvSpPr>
            <a:spLocks noGrp="1"/>
          </p:cNvSpPr>
          <p:nvPr>
            <p:ph type="body" sz="quarter" idx="15"/>
          </p:nvPr>
        </p:nvSpPr>
        <p:spPr>
          <a:xfrm>
            <a:off x="4851703" y="872828"/>
            <a:ext cx="6770687" cy="5112343"/>
          </a:xfrm>
        </p:spPr>
        <p:txBody>
          <a:bodyPr/>
          <a:lstStyle/>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What is the primary purpose of data visualisation?</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A: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make data look more appealing</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B: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simplify complex data</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C: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hide data anomalies</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D: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confuse the audience</a:t>
            </a:r>
            <a:b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Fill in the blanks:</a:t>
            </a:r>
            <a:b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Common graph types include _____ graphs, _____ graphs, scatter plots, and pie charts.</a:t>
            </a:r>
            <a:b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True or false? An infographic is an interactive tool used to build maps and spatial visuals.</a:t>
            </a:r>
            <a:b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Discuss what types of visualisations you need to build for your audience</a:t>
            </a:r>
            <a:endParaRPr lang="en-GB" sz="2000" dirty="0">
              <a:solidFill>
                <a:schemeClr val="accent1"/>
              </a:solidFill>
            </a:endParaRPr>
          </a:p>
          <a:p>
            <a:pPr marL="342900" indent="-342900">
              <a:buFont typeface="+mj-lt"/>
              <a:buAutoNum type="arabicPeriod"/>
            </a:pPr>
            <a:endParaRPr lang="en-GB" sz="2000" dirty="0"/>
          </a:p>
        </p:txBody>
      </p:sp>
      <p:sp>
        <p:nvSpPr>
          <p:cNvPr id="4" name="Slide Number Placeholder 3">
            <a:extLst>
              <a:ext uri="{FF2B5EF4-FFF2-40B4-BE49-F238E27FC236}">
                <a16:creationId xmlns:a16="http://schemas.microsoft.com/office/drawing/2014/main" id="{7051F7D3-7926-B486-BFC3-4EEF0B791C76}"/>
              </a:ext>
            </a:extLst>
          </p:cNvPr>
          <p:cNvSpPr>
            <a:spLocks noGrp="1"/>
          </p:cNvSpPr>
          <p:nvPr>
            <p:ph type="sldNum" sz="quarter" idx="4"/>
          </p:nvPr>
        </p:nvSpPr>
        <p:spPr/>
        <p:txBody>
          <a:bodyPr/>
          <a:lstStyle/>
          <a:p>
            <a:fld id="{EF892D59-8F09-EF4B-AD6D-DA609442F868}" type="slidenum">
              <a:rPr lang="en-GB" smtClean="0"/>
              <a:pPr/>
              <a:t>14</a:t>
            </a:fld>
            <a:endParaRPr lang="en-GB"/>
          </a:p>
        </p:txBody>
      </p:sp>
    </p:spTree>
    <p:extLst>
      <p:ext uri="{BB962C8B-B14F-4D97-AF65-F5344CB8AC3E}">
        <p14:creationId xmlns:p14="http://schemas.microsoft.com/office/powerpoint/2010/main" val="2464560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F7027-35D7-4557-81EF-556190C8C6B0}"/>
              </a:ext>
            </a:extLst>
          </p:cNvPr>
          <p:cNvSpPr>
            <a:spLocks noGrp="1"/>
          </p:cNvSpPr>
          <p:nvPr>
            <p:ph type="ctrTitle"/>
          </p:nvPr>
        </p:nvSpPr>
        <p:spPr>
          <a:xfrm>
            <a:off x="7094230" y="1741521"/>
            <a:ext cx="4679121" cy="2019300"/>
          </a:xfrm>
        </p:spPr>
        <p:txBody>
          <a:bodyPr/>
          <a:lstStyle/>
          <a:p>
            <a:r>
              <a:rPr lang="en-GB" dirty="0"/>
              <a:t>Module 2:</a:t>
            </a:r>
            <a:br>
              <a:rPr lang="en-GB" dirty="0"/>
            </a:br>
            <a:r>
              <a:rPr lang="en-GB" dirty="0"/>
              <a:t>Visualisation types</a:t>
            </a:r>
          </a:p>
        </p:txBody>
      </p:sp>
      <p:sp>
        <p:nvSpPr>
          <p:cNvPr id="3" name="Text Placeholder 2">
            <a:extLst>
              <a:ext uri="{FF2B5EF4-FFF2-40B4-BE49-F238E27FC236}">
                <a16:creationId xmlns:a16="http://schemas.microsoft.com/office/drawing/2014/main" id="{9CE836E1-0F06-4474-BD7E-57CFE13FB910}"/>
              </a:ext>
            </a:extLst>
          </p:cNvPr>
          <p:cNvSpPr>
            <a:spLocks noGrp="1"/>
          </p:cNvSpPr>
          <p:nvPr>
            <p:ph type="body" sz="quarter" idx="10"/>
          </p:nvPr>
        </p:nvSpPr>
        <p:spPr>
          <a:xfrm>
            <a:off x="7094230" y="4193413"/>
            <a:ext cx="4679121" cy="2577038"/>
          </a:xfrm>
        </p:spPr>
        <p:txBody>
          <a:bodyPr>
            <a:normAutofit/>
          </a:bodyPr>
          <a:lstStyle/>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Tables and matrices</a:t>
            </a:r>
          </a:p>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latin typeface="Montserrat" panose="00000500000000000000" pitchFamily="2" charset="0"/>
                <a:ea typeface="Montserrat" panose="00000500000000000000" pitchFamily="2" charset="0"/>
                <a:cs typeface="Times New Roman" panose="02020603050405020304" pitchFamily="18" charset="0"/>
              </a:rPr>
              <a:t>Graphs and Charts</a:t>
            </a:r>
          </a:p>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Geogr</a:t>
            </a:r>
            <a:r>
              <a:rPr lang="en-GB" sz="2400" dirty="0">
                <a:solidFill>
                  <a:srgbClr val="004050"/>
                </a:solidFill>
                <a:latin typeface="Montserrat" panose="00000500000000000000" pitchFamily="2" charset="0"/>
                <a:ea typeface="Montserrat" panose="00000500000000000000" pitchFamily="2" charset="0"/>
                <a:cs typeface="Times New Roman" panose="02020603050405020304" pitchFamily="18" charset="0"/>
              </a:rPr>
              <a:t>aphic Maps</a:t>
            </a:r>
            <a:endPar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endParaRPr>
          </a:p>
        </p:txBody>
      </p:sp>
    </p:spTree>
    <p:extLst>
      <p:ext uri="{BB962C8B-B14F-4D97-AF65-F5344CB8AC3E}">
        <p14:creationId xmlns:p14="http://schemas.microsoft.com/office/powerpoint/2010/main" val="1073709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C3025D-2676-F7C4-4EAB-3050C83DB07C}"/>
              </a:ext>
            </a:extLst>
          </p:cNvPr>
          <p:cNvSpPr>
            <a:spLocks noGrp="1"/>
          </p:cNvSpPr>
          <p:nvPr>
            <p:ph type="body" sz="quarter" idx="15"/>
          </p:nvPr>
        </p:nvSpPr>
        <p:spPr>
          <a:xfrm>
            <a:off x="4818530" y="559787"/>
            <a:ext cx="7089910" cy="5119407"/>
          </a:xfrm>
        </p:spPr>
        <p:txBody>
          <a:bodyPr/>
          <a:lstStyle/>
          <a:p>
            <a:pPr marL="342900" indent="-342900">
              <a:buFont typeface="+mj-lt"/>
              <a:buAutoNum type="arabicPeriod"/>
            </a:pPr>
            <a:r>
              <a:rPr lang="en-GB" sz="2000" dirty="0"/>
              <a:t>Which software tools offer map visualisation capabilities?</a:t>
            </a:r>
          </a:p>
          <a:p>
            <a:pPr marL="0" lvl="4" indent="0">
              <a:buNone/>
            </a:pPr>
            <a:r>
              <a:rPr lang="en-GB" sz="2000" dirty="0"/>
              <a:t>	A. Excel</a:t>
            </a:r>
          </a:p>
          <a:p>
            <a:pPr marL="0" lvl="4" indent="0">
              <a:buNone/>
            </a:pPr>
            <a:r>
              <a:rPr lang="en-GB" sz="2000" dirty="0"/>
              <a:t>	B. Power BI</a:t>
            </a:r>
          </a:p>
          <a:p>
            <a:pPr marL="0" lvl="4" indent="0">
              <a:buNone/>
            </a:pPr>
            <a:r>
              <a:rPr lang="en-GB" sz="2000" dirty="0"/>
              <a:t>	C. Photoshop</a:t>
            </a:r>
          </a:p>
          <a:p>
            <a:pPr marL="0" lvl="4" indent="0">
              <a:buNone/>
            </a:pPr>
            <a:r>
              <a:rPr lang="en-GB" sz="2000" dirty="0"/>
              <a:t>	D. Word</a:t>
            </a:r>
            <a:br>
              <a:rPr lang="en-GB" sz="2000" dirty="0"/>
            </a:br>
            <a:endParaRPr lang="en-GB" sz="2000" dirty="0"/>
          </a:p>
          <a:p>
            <a:pPr marL="342900" indent="-342900">
              <a:buFont typeface="+mj-lt"/>
              <a:buAutoNum type="arabicPeriod"/>
            </a:pPr>
            <a:r>
              <a:rPr lang="en-GB" sz="2000" dirty="0"/>
              <a:t>True or false? You can plot data on a map visual if you have longitude and latitude coordinates.</a:t>
            </a:r>
            <a:br>
              <a:rPr lang="en-GB" sz="2000" dirty="0"/>
            </a:br>
            <a:endParaRPr lang="en-GB" sz="2000" dirty="0"/>
          </a:p>
          <a:p>
            <a:pPr marL="342900" indent="-342900">
              <a:buFont typeface="+mj-lt"/>
              <a:buAutoNum type="arabicPeriod"/>
            </a:pPr>
            <a:r>
              <a:rPr lang="en-GB" sz="2000" dirty="0"/>
              <a:t>Fill in the blanks:</a:t>
            </a:r>
            <a:br>
              <a:rPr lang="en-GB" sz="2000" dirty="0"/>
            </a:br>
            <a:r>
              <a:rPr lang="en-GB" sz="2000" dirty="0"/>
              <a:t>The matrix visualisation organises data into ____ and ____, just like a table, but it also includes additional dimensions for ____ or categorising the data.</a:t>
            </a:r>
            <a:br>
              <a:rPr lang="en-GB" sz="2000" dirty="0"/>
            </a:br>
            <a:endParaRPr lang="en-GB" sz="2000" dirty="0"/>
          </a:p>
          <a:p>
            <a:pPr marL="342900" indent="-342900">
              <a:buFont typeface="+mj-lt"/>
              <a:buAutoNum type="arabicPeriod"/>
            </a:pPr>
            <a:r>
              <a:rPr lang="en-GB" sz="2000" dirty="0"/>
              <a:t>Now that you know more, discuss what types of visualisations you need to develop for your audience.</a:t>
            </a:r>
          </a:p>
          <a:p>
            <a:endParaRPr lang="en-GB" sz="2000" dirty="0"/>
          </a:p>
        </p:txBody>
      </p:sp>
      <p:sp>
        <p:nvSpPr>
          <p:cNvPr id="4" name="Text Placeholder 4">
            <a:extLst>
              <a:ext uri="{FF2B5EF4-FFF2-40B4-BE49-F238E27FC236}">
                <a16:creationId xmlns:a16="http://schemas.microsoft.com/office/drawing/2014/main" id="{602E31C0-F1EB-226B-E48A-89136D330C2B}"/>
              </a:ext>
            </a:extLst>
          </p:cNvPr>
          <p:cNvSpPr>
            <a:spLocks noGrp="1"/>
          </p:cNvSpPr>
          <p:nvPr>
            <p:ph type="body" sz="quarter" idx="10"/>
          </p:nvPr>
        </p:nvSpPr>
        <p:spPr>
          <a:xfrm>
            <a:off x="384785" y="1349985"/>
            <a:ext cx="3443732" cy="2751999"/>
          </a:xfrm>
        </p:spPr>
        <p:txBody>
          <a:bodyPr>
            <a:normAutofit/>
          </a:bodyPr>
          <a:lstStyle/>
          <a:p>
            <a:r>
              <a:rPr lang="en-GB" dirty="0"/>
              <a:t>Review</a:t>
            </a:r>
          </a:p>
          <a:p>
            <a:r>
              <a:rPr lang="en-GB" dirty="0"/>
              <a:t>questions</a:t>
            </a:r>
          </a:p>
        </p:txBody>
      </p:sp>
      <p:sp>
        <p:nvSpPr>
          <p:cNvPr id="6" name="Slide Number Placeholder 5">
            <a:extLst>
              <a:ext uri="{FF2B5EF4-FFF2-40B4-BE49-F238E27FC236}">
                <a16:creationId xmlns:a16="http://schemas.microsoft.com/office/drawing/2014/main" id="{7626B0B3-8B7C-6395-8982-F571B8935BF1}"/>
              </a:ext>
            </a:extLst>
          </p:cNvPr>
          <p:cNvSpPr>
            <a:spLocks noGrp="1"/>
          </p:cNvSpPr>
          <p:nvPr>
            <p:ph type="sldNum" sz="quarter" idx="4"/>
          </p:nvPr>
        </p:nvSpPr>
        <p:spPr/>
        <p:txBody>
          <a:bodyPr/>
          <a:lstStyle/>
          <a:p>
            <a:fld id="{EF892D59-8F09-EF4B-AD6D-DA609442F868}" type="slidenum">
              <a:rPr lang="en-GB" smtClean="0"/>
              <a:pPr/>
              <a:t>16</a:t>
            </a:fld>
            <a:endParaRPr lang="en-GB"/>
          </a:p>
        </p:txBody>
      </p:sp>
    </p:spTree>
    <p:extLst>
      <p:ext uri="{BB962C8B-B14F-4D97-AF65-F5344CB8AC3E}">
        <p14:creationId xmlns:p14="http://schemas.microsoft.com/office/powerpoint/2010/main" val="1105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377A-D1B6-4E6E-8138-48DDD810EC77}"/>
              </a:ext>
            </a:extLst>
          </p:cNvPr>
          <p:cNvSpPr>
            <a:spLocks noGrp="1"/>
          </p:cNvSpPr>
          <p:nvPr>
            <p:ph type="ctrTitle"/>
          </p:nvPr>
        </p:nvSpPr>
        <p:spPr>
          <a:xfrm>
            <a:off x="7045592" y="1381598"/>
            <a:ext cx="4679121" cy="2019300"/>
          </a:xfrm>
        </p:spPr>
        <p:txBody>
          <a:bodyPr/>
          <a:lstStyle/>
          <a:p>
            <a:r>
              <a:rPr lang="en-GB" dirty="0"/>
              <a:t>Module 3:</a:t>
            </a:r>
            <a:br>
              <a:rPr lang="en-GB" dirty="0"/>
            </a:br>
            <a:r>
              <a:rPr lang="en-GB" dirty="0"/>
              <a:t>Decluttering visuals</a:t>
            </a:r>
          </a:p>
        </p:txBody>
      </p:sp>
      <p:sp>
        <p:nvSpPr>
          <p:cNvPr id="3" name="Text Placeholder 2">
            <a:extLst>
              <a:ext uri="{FF2B5EF4-FFF2-40B4-BE49-F238E27FC236}">
                <a16:creationId xmlns:a16="http://schemas.microsoft.com/office/drawing/2014/main" id="{350A1427-7C3A-48DB-884D-AB8B33EAB965}"/>
              </a:ext>
            </a:extLst>
          </p:cNvPr>
          <p:cNvSpPr>
            <a:spLocks noGrp="1"/>
          </p:cNvSpPr>
          <p:nvPr>
            <p:ph type="body" sz="quarter" idx="10"/>
          </p:nvPr>
        </p:nvSpPr>
        <p:spPr>
          <a:xfrm>
            <a:off x="7045593" y="3833490"/>
            <a:ext cx="4559506" cy="2654859"/>
          </a:xfrm>
        </p:spPr>
        <p:txBody>
          <a:bodyPr>
            <a:normAutofit/>
          </a:bodyPr>
          <a:lstStyle/>
          <a:p>
            <a:pPr marL="342900" marR="0" lvl="0" indent="-342900">
              <a:lnSpc>
                <a:spcPct val="107000"/>
              </a:lnSpc>
              <a:spcBef>
                <a:spcPts val="400"/>
              </a:spcBef>
              <a:spcAft>
                <a:spcPts val="0"/>
              </a:spcAft>
              <a:buClr>
                <a:schemeClr val="bg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What are the elements</a:t>
            </a:r>
          </a:p>
          <a:p>
            <a:pPr marL="342900" marR="0" lvl="0" indent="-342900">
              <a:lnSpc>
                <a:spcPct val="107000"/>
              </a:lnSpc>
              <a:spcBef>
                <a:spcPts val="400"/>
              </a:spcBef>
              <a:spcAft>
                <a:spcPts val="0"/>
              </a:spcAft>
              <a:buClr>
                <a:schemeClr val="bg1"/>
              </a:buClr>
              <a:buFont typeface="Symbol" panose="05050102010706020507" pitchFamily="18" charset="2"/>
              <a:buChar char=""/>
            </a:pPr>
            <a:r>
              <a:rPr lang="en-GB" sz="2400" dirty="0">
                <a:solidFill>
                  <a:srgbClr val="004050"/>
                </a:solidFill>
                <a:latin typeface="Montserrat" panose="00000500000000000000" pitchFamily="2" charset="0"/>
                <a:ea typeface="Montserrat" panose="00000500000000000000" pitchFamily="2" charset="0"/>
                <a:cs typeface="Times New Roman" panose="02020603050405020304" pitchFamily="18" charset="0"/>
              </a:rPr>
              <a:t>Why do we need to declutter</a:t>
            </a:r>
          </a:p>
          <a:p>
            <a:pPr marL="342900" marR="0" lvl="0" indent="-342900">
              <a:lnSpc>
                <a:spcPct val="107000"/>
              </a:lnSpc>
              <a:spcBef>
                <a:spcPts val="400"/>
              </a:spcBef>
              <a:spcAft>
                <a:spcPts val="0"/>
              </a:spcAft>
              <a:buClr>
                <a:schemeClr val="bg1"/>
              </a:buClr>
              <a:buFont typeface="Symbol" panose="05050102010706020507" pitchFamily="18" charset="2"/>
              <a:buChar char=""/>
            </a:pPr>
            <a:r>
              <a:rPr lang="en-GB" sz="2400" dirty="0">
                <a:solidFill>
                  <a:srgbClr val="004050"/>
                </a:solidFill>
                <a:latin typeface="Montserrat" panose="00000500000000000000" pitchFamily="2" charset="0"/>
                <a:ea typeface="Montserrat" panose="00000500000000000000" pitchFamily="2" charset="0"/>
                <a:cs typeface="Times New Roman" panose="02020603050405020304" pitchFamily="18" charset="0"/>
              </a:rPr>
              <a:t>How to remove distractions</a:t>
            </a:r>
          </a:p>
        </p:txBody>
      </p:sp>
    </p:spTree>
    <p:extLst>
      <p:ext uri="{BB962C8B-B14F-4D97-AF65-F5344CB8AC3E}">
        <p14:creationId xmlns:p14="http://schemas.microsoft.com/office/powerpoint/2010/main" val="2961537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7C477E-43C2-6AE1-448E-471056362713}"/>
              </a:ext>
            </a:extLst>
          </p:cNvPr>
          <p:cNvSpPr>
            <a:spLocks noGrp="1"/>
          </p:cNvSpPr>
          <p:nvPr>
            <p:ph type="body" sz="quarter" idx="15"/>
          </p:nvPr>
        </p:nvSpPr>
        <p:spPr>
          <a:xfrm>
            <a:off x="4881495" y="610684"/>
            <a:ext cx="6770687" cy="5112343"/>
          </a:xfrm>
        </p:spPr>
        <p:txBody>
          <a:bodyPr/>
          <a:lstStyle/>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Which of these are </a:t>
            </a:r>
            <a:r>
              <a:rPr lang="en-GB" sz="2000" i="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not</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 chart elements?</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A: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Legend</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B: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Axes</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C: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Filters</a:t>
            </a:r>
          </a:p>
          <a:p>
            <a:pPr marL="457200" lvl="1" indent="0">
              <a:lnSpc>
                <a:spcPct val="107000"/>
              </a:lnSpc>
              <a:spcAft>
                <a:spcPts val="200"/>
              </a:spcAft>
              <a:buClr>
                <a:schemeClr val="tx1"/>
              </a:buClr>
              <a:buNone/>
            </a:pPr>
            <a:r>
              <a:rPr lang="en-GB" sz="2000"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D: </a:t>
            </a: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Tooltips</a:t>
            </a:r>
          </a:p>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Fill in the blanks:</a:t>
            </a:r>
            <a:b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Eliminate decorative elements that do not contribute to understanding the data. Items often deemed unnecessary include backgrounds, ____, ____, or ____.</a:t>
            </a:r>
          </a:p>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True or false? A large and varied colour palette is visually pleasing and helps convey the information effectively.</a:t>
            </a:r>
          </a:p>
          <a:p>
            <a:pPr marL="342900" lvl="0" indent="-342900">
              <a:lnSpc>
                <a:spcPct val="107000"/>
              </a:lnSpc>
              <a:spcBef>
                <a:spcPts val="400"/>
              </a:spcBef>
              <a:spcAft>
                <a:spcPts val="400"/>
              </a:spcAft>
              <a:buClr>
                <a:schemeClr val="tx1"/>
              </a:buClr>
              <a:buFont typeface="+mj-lt"/>
              <a:buAutoNum type="arabicPeriod"/>
            </a:pPr>
            <a:r>
              <a:rPr lang="en-GB" sz="2000"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Now that you know more, discuss how you may declutter your visualisations from the previous exercise.</a:t>
            </a:r>
          </a:p>
          <a:p>
            <a:endParaRPr lang="en-GB" sz="2400" dirty="0"/>
          </a:p>
        </p:txBody>
      </p:sp>
      <p:sp>
        <p:nvSpPr>
          <p:cNvPr id="6" name="Text Placeholder 4">
            <a:extLst>
              <a:ext uri="{FF2B5EF4-FFF2-40B4-BE49-F238E27FC236}">
                <a16:creationId xmlns:a16="http://schemas.microsoft.com/office/drawing/2014/main" id="{B99C9412-AE62-4EB1-9B47-4BC366431923}"/>
              </a:ext>
            </a:extLst>
          </p:cNvPr>
          <p:cNvSpPr>
            <a:spLocks noGrp="1"/>
          </p:cNvSpPr>
          <p:nvPr>
            <p:ph type="body" sz="quarter" idx="10"/>
          </p:nvPr>
        </p:nvSpPr>
        <p:spPr>
          <a:xfrm>
            <a:off x="384785" y="1349985"/>
            <a:ext cx="3443732" cy="2751999"/>
          </a:xfrm>
        </p:spPr>
        <p:txBody>
          <a:bodyPr>
            <a:normAutofit/>
          </a:bodyPr>
          <a:lstStyle/>
          <a:p>
            <a:r>
              <a:rPr lang="en-GB" dirty="0">
                <a:solidFill>
                  <a:srgbClr val="F3612C"/>
                </a:solidFill>
              </a:rPr>
              <a:t>Review</a:t>
            </a:r>
          </a:p>
          <a:p>
            <a:r>
              <a:rPr lang="en-GB" dirty="0">
                <a:solidFill>
                  <a:srgbClr val="F3612C"/>
                </a:solidFill>
              </a:rPr>
              <a:t>questions</a:t>
            </a:r>
          </a:p>
        </p:txBody>
      </p:sp>
      <p:sp>
        <p:nvSpPr>
          <p:cNvPr id="7" name="Slide Number Placeholder 6">
            <a:extLst>
              <a:ext uri="{FF2B5EF4-FFF2-40B4-BE49-F238E27FC236}">
                <a16:creationId xmlns:a16="http://schemas.microsoft.com/office/drawing/2014/main" id="{56C9F207-BC34-972C-9B85-3E61DA6F8BD9}"/>
              </a:ext>
            </a:extLst>
          </p:cNvPr>
          <p:cNvSpPr>
            <a:spLocks noGrp="1"/>
          </p:cNvSpPr>
          <p:nvPr>
            <p:ph type="sldNum" sz="quarter" idx="4"/>
          </p:nvPr>
        </p:nvSpPr>
        <p:spPr/>
        <p:txBody>
          <a:bodyPr/>
          <a:lstStyle/>
          <a:p>
            <a:fld id="{EF892D59-8F09-EF4B-AD6D-DA609442F868}" type="slidenum">
              <a:rPr lang="en-GB" smtClean="0"/>
              <a:pPr/>
              <a:t>18</a:t>
            </a:fld>
            <a:endParaRPr lang="en-GB"/>
          </a:p>
        </p:txBody>
      </p:sp>
    </p:spTree>
    <p:extLst>
      <p:ext uri="{BB962C8B-B14F-4D97-AF65-F5344CB8AC3E}">
        <p14:creationId xmlns:p14="http://schemas.microsoft.com/office/powerpoint/2010/main" val="2942689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D3C70-3DED-4DE8-9869-256E2ED97E18}"/>
              </a:ext>
            </a:extLst>
          </p:cNvPr>
          <p:cNvSpPr>
            <a:spLocks noGrp="1"/>
          </p:cNvSpPr>
          <p:nvPr>
            <p:ph type="ctrTitle"/>
          </p:nvPr>
        </p:nvSpPr>
        <p:spPr>
          <a:xfrm>
            <a:off x="7123413" y="1238674"/>
            <a:ext cx="4679121" cy="2019300"/>
          </a:xfrm>
        </p:spPr>
        <p:txBody>
          <a:bodyPr/>
          <a:lstStyle/>
          <a:p>
            <a:r>
              <a:rPr lang="en-GB" dirty="0"/>
              <a:t>Module 4:</a:t>
            </a:r>
            <a:br>
              <a:rPr lang="en-GB" dirty="0"/>
            </a:br>
            <a:r>
              <a:rPr lang="en-GB" dirty="0"/>
              <a:t>Focus key point attention</a:t>
            </a:r>
          </a:p>
        </p:txBody>
      </p:sp>
      <p:sp>
        <p:nvSpPr>
          <p:cNvPr id="3" name="Text Placeholder 2">
            <a:extLst>
              <a:ext uri="{FF2B5EF4-FFF2-40B4-BE49-F238E27FC236}">
                <a16:creationId xmlns:a16="http://schemas.microsoft.com/office/drawing/2014/main" id="{66A6CAE1-C27C-41B2-8F8B-C0648A74CC48}"/>
              </a:ext>
            </a:extLst>
          </p:cNvPr>
          <p:cNvSpPr>
            <a:spLocks noGrp="1"/>
          </p:cNvSpPr>
          <p:nvPr>
            <p:ph type="body" sz="quarter" idx="10"/>
          </p:nvPr>
        </p:nvSpPr>
        <p:spPr>
          <a:xfrm>
            <a:off x="7123413" y="3600026"/>
            <a:ext cx="4481685" cy="2907508"/>
          </a:xfrm>
        </p:spPr>
        <p:txBody>
          <a:bodyPr>
            <a:normAutofit/>
          </a:bodyPr>
          <a:lstStyle/>
          <a:p>
            <a:pPr marL="342900" marR="0" lvl="0" indent="-342900">
              <a:lnSpc>
                <a:spcPct val="107000"/>
              </a:lnSpc>
              <a:spcBef>
                <a:spcPts val="400"/>
              </a:spcBef>
              <a:spcAft>
                <a:spcPts val="0"/>
              </a:spcAft>
              <a:buClr>
                <a:schemeClr val="bg1"/>
              </a:buClr>
              <a:buFont typeface="Symbol" panose="05050102010706020507" pitchFamily="18" charset="2"/>
              <a:buChar char=""/>
            </a:pPr>
            <a:r>
              <a:rPr lang="en-GB" sz="2400" dirty="0">
                <a:effectLst/>
                <a:latin typeface="Montserrat" panose="00000500000000000000" pitchFamily="2" charset="0"/>
                <a:ea typeface="Montserrat" panose="00000500000000000000" pitchFamily="2" charset="0"/>
                <a:cs typeface="Times New Roman" panose="02020603050405020304" pitchFamily="18" charset="0"/>
              </a:rPr>
              <a:t>What are the key point of the story</a:t>
            </a:r>
          </a:p>
          <a:p>
            <a:pPr marL="342900" marR="0" lvl="0" indent="-342900">
              <a:lnSpc>
                <a:spcPct val="107000"/>
              </a:lnSpc>
              <a:spcBef>
                <a:spcPts val="400"/>
              </a:spcBef>
              <a:spcAft>
                <a:spcPts val="0"/>
              </a:spcAft>
              <a:buClr>
                <a:schemeClr val="bg1"/>
              </a:buClr>
              <a:buFont typeface="Symbol" panose="05050102010706020507" pitchFamily="18" charset="2"/>
              <a:buChar char=""/>
            </a:pPr>
            <a:r>
              <a:rPr lang="en-GB" sz="2400" dirty="0">
                <a:latin typeface="Montserrat" panose="00000500000000000000" pitchFamily="2" charset="0"/>
                <a:ea typeface="Montserrat" panose="00000500000000000000" pitchFamily="2" charset="0"/>
                <a:cs typeface="Times New Roman" panose="02020603050405020304" pitchFamily="18" charset="0"/>
              </a:rPr>
              <a:t>Who is the audience</a:t>
            </a:r>
          </a:p>
          <a:p>
            <a:pPr marL="342900" marR="0" lvl="0" indent="-342900">
              <a:lnSpc>
                <a:spcPct val="107000"/>
              </a:lnSpc>
              <a:spcBef>
                <a:spcPts val="400"/>
              </a:spcBef>
              <a:spcAft>
                <a:spcPts val="0"/>
              </a:spcAft>
              <a:buClr>
                <a:schemeClr val="bg1"/>
              </a:buClr>
              <a:buFont typeface="Symbol" panose="05050102010706020507" pitchFamily="18" charset="2"/>
              <a:buChar char=""/>
            </a:pPr>
            <a:r>
              <a:rPr lang="en-GB" sz="2400" dirty="0">
                <a:effectLst/>
                <a:latin typeface="Montserrat" panose="00000500000000000000" pitchFamily="2" charset="0"/>
                <a:ea typeface="Montserrat" panose="00000500000000000000" pitchFamily="2" charset="0"/>
                <a:cs typeface="Times New Roman" panose="02020603050405020304" pitchFamily="18" charset="0"/>
              </a:rPr>
              <a:t>How to emphasise the key points</a:t>
            </a:r>
          </a:p>
        </p:txBody>
      </p:sp>
    </p:spTree>
    <p:extLst>
      <p:ext uri="{BB962C8B-B14F-4D97-AF65-F5344CB8AC3E}">
        <p14:creationId xmlns:p14="http://schemas.microsoft.com/office/powerpoint/2010/main" val="1817113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E4EDA9-20A5-DEC9-40D9-F3C88B1BC0D5}"/>
              </a:ext>
            </a:extLst>
          </p:cNvPr>
          <p:cNvSpPr>
            <a:spLocks noGrp="1"/>
          </p:cNvSpPr>
          <p:nvPr>
            <p:ph type="body" sz="quarter" idx="15"/>
          </p:nvPr>
        </p:nvSpPr>
        <p:spPr>
          <a:xfrm>
            <a:off x="4755037" y="367492"/>
            <a:ext cx="6957066" cy="5112343"/>
          </a:xfrm>
        </p:spPr>
        <p:txBody>
          <a:bodyPr/>
          <a:lstStyle/>
          <a:p>
            <a:pPr marL="342900" lvl="0" indent="-342900">
              <a:lnSpc>
                <a:spcPct val="107000"/>
              </a:lnSpc>
              <a:spcBef>
                <a:spcPts val="400"/>
              </a:spcBef>
              <a:spcAft>
                <a:spcPts val="4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Why is simplifying complex data important in data storytelling?</a:t>
            </a:r>
          </a:p>
          <a:p>
            <a:pPr marL="457200" lvl="1" indent="0">
              <a:lnSpc>
                <a:spcPct val="107000"/>
              </a:lnSpc>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A: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overwhelm the audience with information.</a:t>
            </a:r>
          </a:p>
          <a:p>
            <a:pPr marL="457200" lvl="1" indent="0">
              <a:lnSpc>
                <a:spcPct val="107000"/>
              </a:lnSpc>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B: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make the data more difficult to understand.</a:t>
            </a:r>
          </a:p>
          <a:p>
            <a:pPr marL="457200" lvl="1" indent="0">
              <a:lnSpc>
                <a:spcPct val="107000"/>
              </a:lnSpc>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C: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highlight only the critical insights and avoid distractions.</a:t>
            </a:r>
          </a:p>
          <a:p>
            <a:pPr marL="457200" lvl="1" indent="0">
              <a:lnSpc>
                <a:spcPct val="107000"/>
              </a:lnSpc>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D: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impress the audience with the depth of the data.</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Aft>
                <a:spcPts val="2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Fill in the blanks:</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Using colours, labels, and ______ in visualisations helps focus on specific _____ points for emphasis.</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True or false? Focused attention in data storytelling means oversimplifying the data to the point where important nuances are lost.</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Now that you know more, discuss how you may make your visualisations from the previous exercise clearer and the type of focus you may need to use.</a:t>
            </a:r>
            <a:endParaRPr lang="en-GB" sz="3600" dirty="0">
              <a:solidFill>
                <a:schemeClr val="accent1"/>
              </a:solidFill>
            </a:endParaRPr>
          </a:p>
          <a:p>
            <a:pPr marL="342900" indent="-342900">
              <a:buClr>
                <a:schemeClr val="tx1"/>
              </a:buClr>
              <a:buFont typeface="+mj-lt"/>
              <a:buAutoNum type="arabicPeriod"/>
            </a:pPr>
            <a:endParaRPr lang="en-GB" sz="2000" dirty="0">
              <a:solidFill>
                <a:schemeClr val="accent1"/>
              </a:solidFill>
            </a:endParaRPr>
          </a:p>
        </p:txBody>
      </p:sp>
      <p:sp>
        <p:nvSpPr>
          <p:cNvPr id="7" name="Text Placeholder 4">
            <a:extLst>
              <a:ext uri="{FF2B5EF4-FFF2-40B4-BE49-F238E27FC236}">
                <a16:creationId xmlns:a16="http://schemas.microsoft.com/office/drawing/2014/main" id="{90880D17-15D2-D64A-7E0C-2C87D38969DF}"/>
              </a:ext>
            </a:extLst>
          </p:cNvPr>
          <p:cNvSpPr>
            <a:spLocks noGrp="1"/>
          </p:cNvSpPr>
          <p:nvPr>
            <p:ph type="body" sz="quarter" idx="10"/>
          </p:nvPr>
        </p:nvSpPr>
        <p:spPr>
          <a:xfrm>
            <a:off x="384785" y="1349985"/>
            <a:ext cx="3443732" cy="2751999"/>
          </a:xfrm>
        </p:spPr>
        <p:txBody>
          <a:bodyPr>
            <a:normAutofit/>
          </a:bodyPr>
          <a:lstStyle/>
          <a:p>
            <a:r>
              <a:rPr lang="en-GB" dirty="0"/>
              <a:t>Review</a:t>
            </a:r>
          </a:p>
          <a:p>
            <a:r>
              <a:rPr lang="en-GB" dirty="0"/>
              <a:t>questions</a:t>
            </a:r>
          </a:p>
        </p:txBody>
      </p:sp>
      <p:sp>
        <p:nvSpPr>
          <p:cNvPr id="8" name="Slide Number Placeholder 7">
            <a:extLst>
              <a:ext uri="{FF2B5EF4-FFF2-40B4-BE49-F238E27FC236}">
                <a16:creationId xmlns:a16="http://schemas.microsoft.com/office/drawing/2014/main" id="{3145B213-04EA-0F80-3247-C352ECBF695B}"/>
              </a:ext>
            </a:extLst>
          </p:cNvPr>
          <p:cNvSpPr>
            <a:spLocks noGrp="1"/>
          </p:cNvSpPr>
          <p:nvPr>
            <p:ph type="sldNum" sz="quarter" idx="4"/>
          </p:nvPr>
        </p:nvSpPr>
        <p:spPr/>
        <p:txBody>
          <a:bodyPr/>
          <a:lstStyle/>
          <a:p>
            <a:fld id="{EF892D59-8F09-EF4B-AD6D-DA609442F868}" type="slidenum">
              <a:rPr lang="en-GB" smtClean="0"/>
              <a:pPr/>
              <a:t>20</a:t>
            </a:fld>
            <a:endParaRPr lang="en-GB"/>
          </a:p>
        </p:txBody>
      </p:sp>
    </p:spTree>
    <p:extLst>
      <p:ext uri="{BB962C8B-B14F-4D97-AF65-F5344CB8AC3E}">
        <p14:creationId xmlns:p14="http://schemas.microsoft.com/office/powerpoint/2010/main" val="1372873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1015B0-2F91-45AF-8219-F50187719036}"/>
              </a:ext>
            </a:extLst>
          </p:cNvPr>
          <p:cNvSpPr>
            <a:spLocks noGrp="1"/>
          </p:cNvSpPr>
          <p:nvPr>
            <p:ph type="ctrTitle"/>
          </p:nvPr>
        </p:nvSpPr>
        <p:spPr>
          <a:xfrm>
            <a:off x="7123413" y="1362142"/>
            <a:ext cx="4679121" cy="2019300"/>
          </a:xfrm>
        </p:spPr>
        <p:txBody>
          <a:bodyPr/>
          <a:lstStyle/>
          <a:p>
            <a:r>
              <a:rPr lang="en-GB" dirty="0"/>
              <a:t>Module 5:</a:t>
            </a:r>
            <a:br>
              <a:rPr lang="en-GB" dirty="0"/>
            </a:br>
            <a:r>
              <a:rPr lang="en-GB" dirty="0"/>
              <a:t>Create a visual narrative</a:t>
            </a:r>
          </a:p>
        </p:txBody>
      </p:sp>
      <p:sp>
        <p:nvSpPr>
          <p:cNvPr id="5" name="Text Placeholder 4">
            <a:extLst>
              <a:ext uri="{FF2B5EF4-FFF2-40B4-BE49-F238E27FC236}">
                <a16:creationId xmlns:a16="http://schemas.microsoft.com/office/drawing/2014/main" id="{88B38719-5C28-4E28-A01D-8715D6AEA929}"/>
              </a:ext>
            </a:extLst>
          </p:cNvPr>
          <p:cNvSpPr>
            <a:spLocks noGrp="1"/>
          </p:cNvSpPr>
          <p:nvPr>
            <p:ph type="body" sz="quarter" idx="10"/>
          </p:nvPr>
        </p:nvSpPr>
        <p:spPr>
          <a:xfrm>
            <a:off x="7123414" y="3814034"/>
            <a:ext cx="4403864" cy="2470034"/>
          </a:xfrm>
        </p:spPr>
        <p:txBody>
          <a:bodyPr>
            <a:normAutofit fontScale="92500" lnSpcReduction="10000"/>
          </a:bodyPr>
          <a:lstStyle/>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Why do we need to comment?</a:t>
            </a:r>
          </a:p>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What are narratives, commentaries, and callouts?</a:t>
            </a:r>
          </a:p>
          <a:p>
            <a:pPr marL="342900" marR="0" lvl="0" indent="-342900">
              <a:lnSpc>
                <a:spcPct val="107000"/>
              </a:lnSpc>
              <a:spcBef>
                <a:spcPts val="400"/>
              </a:spcBef>
              <a:spcAft>
                <a:spcPts val="0"/>
              </a:spcAft>
              <a:buClr>
                <a:schemeClr val="tx1"/>
              </a:buClr>
              <a:buFont typeface="Symbol" panose="05050102010706020507" pitchFamily="18" charset="2"/>
              <a:buChar char=""/>
            </a:pPr>
            <a:r>
              <a:rPr lang="en-GB" sz="2400" dirty="0">
                <a:solidFill>
                  <a:srgbClr val="004050"/>
                </a:solidFill>
                <a:effectLst/>
                <a:latin typeface="Montserrat" panose="00000500000000000000" pitchFamily="2" charset="0"/>
                <a:ea typeface="Montserrat" panose="00000500000000000000" pitchFamily="2" charset="0"/>
                <a:cs typeface="Times New Roman" panose="02020603050405020304" pitchFamily="18" charset="0"/>
              </a:rPr>
              <a:t>Types of elaborative and explanatory notes</a:t>
            </a:r>
          </a:p>
        </p:txBody>
      </p:sp>
    </p:spTree>
    <p:extLst>
      <p:ext uri="{BB962C8B-B14F-4D97-AF65-F5344CB8AC3E}">
        <p14:creationId xmlns:p14="http://schemas.microsoft.com/office/powerpoint/2010/main" val="3586584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6BB45F-5EF5-F063-B34C-D80758056133}"/>
              </a:ext>
            </a:extLst>
          </p:cNvPr>
          <p:cNvSpPr>
            <a:spLocks noGrp="1"/>
          </p:cNvSpPr>
          <p:nvPr>
            <p:ph type="body" sz="quarter" idx="15"/>
          </p:nvPr>
        </p:nvSpPr>
        <p:spPr>
          <a:xfrm>
            <a:off x="4531300" y="289671"/>
            <a:ext cx="7275915" cy="5112343"/>
          </a:xfrm>
        </p:spPr>
        <p:txBody>
          <a:bodyPr/>
          <a:lstStyle/>
          <a:p>
            <a:pPr marL="342900" lvl="0" indent="-342900">
              <a:lnSpc>
                <a:spcPct val="107000"/>
              </a:lnSpc>
              <a:spcBef>
                <a:spcPts val="400"/>
              </a:spcBef>
              <a:spcAft>
                <a:spcPts val="4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In your data report, what is the purpose of highlighting key insights?</a:t>
            </a:r>
          </a:p>
          <a:p>
            <a:pPr marL="457200" lvl="1" indent="0">
              <a:lnSpc>
                <a:spcPct val="107000"/>
              </a:lnSpc>
              <a:spcBef>
                <a:spcPts val="400"/>
              </a:spcBef>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A: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draw attention to irrelevant information</a:t>
            </a:r>
          </a:p>
          <a:p>
            <a:pPr marL="457200" lvl="1" indent="0">
              <a:lnSpc>
                <a:spcPct val="107000"/>
              </a:lnSpc>
              <a:spcBef>
                <a:spcPts val="400"/>
              </a:spcBef>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B: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provide evidence for data manipulation</a:t>
            </a:r>
          </a:p>
          <a:p>
            <a:pPr marL="457200" lvl="1" indent="0">
              <a:lnSpc>
                <a:spcPct val="107000"/>
              </a:lnSpc>
              <a:spcBef>
                <a:spcPts val="400"/>
              </a:spcBef>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C: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facilitate a quick understanding of crucial findings</a:t>
            </a:r>
          </a:p>
          <a:p>
            <a:pPr marL="457200" lvl="1" indent="0">
              <a:lnSpc>
                <a:spcPct val="107000"/>
              </a:lnSpc>
              <a:spcBef>
                <a:spcPts val="400"/>
              </a:spcBef>
              <a:spcAft>
                <a:spcPts val="200"/>
              </a:spcAft>
              <a:buClr>
                <a:schemeClr val="tx1"/>
              </a:buClr>
              <a:buNone/>
            </a:pPr>
            <a:r>
              <a:rPr lang="en-GB" b="1"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D: </a:t>
            </a: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To confuse readers and make the report more challenging</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2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Fill in the blanks:</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Presenting data within a narrative structure makes data visuals more _____ and relatable to the audience.</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True or false? Elaborative notes provide context, highlight important points, or offer further insights to aid the audience.</a:t>
            </a:r>
            <a:b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br>
            <a:endPar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endParaRPr>
          </a:p>
          <a:p>
            <a:pPr marL="342900" lvl="0" indent="-342900">
              <a:lnSpc>
                <a:spcPct val="107000"/>
              </a:lnSpc>
              <a:spcBef>
                <a:spcPts val="400"/>
              </a:spcBef>
              <a:spcAft>
                <a:spcPts val="400"/>
              </a:spcAft>
              <a:buClr>
                <a:schemeClr val="tx1"/>
              </a:buClr>
              <a:buFont typeface="+mj-lt"/>
              <a:buAutoNum type="arabicPeriod"/>
            </a:pPr>
            <a:r>
              <a:rPr lang="en-GB" dirty="0">
                <a:solidFill>
                  <a:schemeClr val="accent1"/>
                </a:solidFill>
                <a:effectLst/>
                <a:latin typeface="Montserrat" panose="00000500000000000000" pitchFamily="2" charset="0"/>
                <a:ea typeface="Montserrat" panose="00000500000000000000" pitchFamily="2" charset="0"/>
                <a:cs typeface="Times New Roman" panose="02020603050405020304" pitchFamily="18" charset="0"/>
              </a:rPr>
              <a:t>Finally, discuss how you may annotate your visualisations discussed in the previous exercises and the type of notes you may need to use.</a:t>
            </a:r>
          </a:p>
          <a:p>
            <a:pPr marL="342900" indent="-342900">
              <a:buClr>
                <a:schemeClr val="tx1"/>
              </a:buClr>
              <a:buFont typeface="+mj-lt"/>
              <a:buAutoNum type="arabicPeriod"/>
            </a:pPr>
            <a:endParaRPr lang="en-GB" sz="2000" dirty="0"/>
          </a:p>
        </p:txBody>
      </p:sp>
      <p:sp>
        <p:nvSpPr>
          <p:cNvPr id="7" name="Text Placeholder 4">
            <a:extLst>
              <a:ext uri="{FF2B5EF4-FFF2-40B4-BE49-F238E27FC236}">
                <a16:creationId xmlns:a16="http://schemas.microsoft.com/office/drawing/2014/main" id="{9334C130-2874-A89E-A47C-F6FE9082915F}"/>
              </a:ext>
            </a:extLst>
          </p:cNvPr>
          <p:cNvSpPr txBox="1">
            <a:spLocks/>
          </p:cNvSpPr>
          <p:nvPr/>
        </p:nvSpPr>
        <p:spPr>
          <a:xfrm>
            <a:off x="384785" y="1317559"/>
            <a:ext cx="3443732" cy="2751999"/>
          </a:xfrm>
          <a:prstGeom prst="rect">
            <a:avLst/>
          </a:prstGeom>
        </p:spPr>
        <p:txBody>
          <a:bodyPr vert="horz" lIns="0" tIns="0" rIns="0" bIns="0" rtlCol="0" anchor="t" anchorCtr="0">
            <a:normAutofit/>
          </a:bodyPr>
          <a:lstStyle>
            <a:lvl1pPr marL="0" indent="0" algn="l" defTabSz="914377" rtl="0" eaLnBrk="1" latinLnBrk="0" hangingPunct="1">
              <a:lnSpc>
                <a:spcPct val="100000"/>
              </a:lnSpc>
              <a:spcBef>
                <a:spcPts val="0"/>
              </a:spcBef>
              <a:spcAft>
                <a:spcPts val="0"/>
              </a:spcAft>
              <a:buSzPct val="115000"/>
              <a:buFont typeface="Arial" panose="020B0604020202020204" pitchFamily="34" charset="0"/>
              <a:buNone/>
              <a:defRPr sz="3600" b="0" i="0" kern="1200" cap="all" baseline="0">
                <a:solidFill>
                  <a:schemeClr val="tx1"/>
                </a:solidFill>
                <a:latin typeface="Montserrat Black" panose="00000A00000000000000" pitchFamily="2" charset="0"/>
                <a:ea typeface="+mn-ea"/>
                <a:cs typeface="+mn-cs"/>
              </a:defRPr>
            </a:lvl1pPr>
            <a:lvl2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2pPr>
            <a:lvl3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i="0" kern="1200">
                <a:solidFill>
                  <a:schemeClr val="tx1"/>
                </a:solidFill>
                <a:latin typeface="Montserrat" pitchFamily="2" charset="77"/>
                <a:ea typeface="+mn-ea"/>
                <a:cs typeface="+mn-cs"/>
              </a:defRPr>
            </a:lvl3pPr>
            <a:lvl4pPr marL="0" indent="0" algn="l" defTabSz="914377" rtl="0" eaLnBrk="1" latinLnBrk="0" hangingPunct="1">
              <a:lnSpc>
                <a:spcPct val="100000"/>
              </a:lnSpc>
              <a:spcBef>
                <a:spcPts val="0"/>
              </a:spcBef>
              <a:spcAft>
                <a:spcPts val="651"/>
              </a:spcAft>
              <a:buSzPct val="120000"/>
              <a:buFont typeface="Arial" panose="020B0604020202020204" pitchFamily="34" charset="0"/>
              <a:buNone/>
              <a:tabLst/>
              <a:defRPr sz="1800" b="0"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0"/>
              </a:spcBef>
              <a:spcAft>
                <a:spcPts val="651"/>
              </a:spcAft>
              <a:buSzPct val="125000"/>
              <a:buFont typeface="Arial" panose="020B0604020202020204" pitchFamily="34" charset="0"/>
              <a:buNone/>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Review</a:t>
            </a:r>
          </a:p>
          <a:p>
            <a:r>
              <a:rPr lang="en-GB" dirty="0"/>
              <a:t>questions</a:t>
            </a:r>
          </a:p>
        </p:txBody>
      </p:sp>
      <p:sp>
        <p:nvSpPr>
          <p:cNvPr id="8" name="Slide Number Placeholder 7">
            <a:extLst>
              <a:ext uri="{FF2B5EF4-FFF2-40B4-BE49-F238E27FC236}">
                <a16:creationId xmlns:a16="http://schemas.microsoft.com/office/drawing/2014/main" id="{3EB50B45-629E-20A5-3D9B-408341E6D57B}"/>
              </a:ext>
            </a:extLst>
          </p:cNvPr>
          <p:cNvSpPr>
            <a:spLocks noGrp="1"/>
          </p:cNvSpPr>
          <p:nvPr>
            <p:ph type="sldNum" sz="quarter" idx="4"/>
          </p:nvPr>
        </p:nvSpPr>
        <p:spPr/>
        <p:txBody>
          <a:bodyPr/>
          <a:lstStyle/>
          <a:p>
            <a:fld id="{EF892D59-8F09-EF4B-AD6D-DA609442F868}" type="slidenum">
              <a:rPr lang="en-GB" smtClean="0"/>
              <a:pPr/>
              <a:t>22</a:t>
            </a:fld>
            <a:endParaRPr lang="en-GB"/>
          </a:p>
        </p:txBody>
      </p:sp>
    </p:spTree>
    <p:extLst>
      <p:ext uri="{BB962C8B-B14F-4D97-AF65-F5344CB8AC3E}">
        <p14:creationId xmlns:p14="http://schemas.microsoft.com/office/powerpoint/2010/main" val="1146133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4400" dirty="0"/>
              <a:t>Let’s review</a:t>
            </a:r>
          </a:p>
        </p:txBody>
      </p:sp>
    </p:spTree>
    <p:extLst>
      <p:ext uri="{BB962C8B-B14F-4D97-AF65-F5344CB8AC3E}">
        <p14:creationId xmlns:p14="http://schemas.microsoft.com/office/powerpoint/2010/main" val="1450983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4294967295"/>
          </p:nvPr>
        </p:nvSpPr>
        <p:spPr>
          <a:xfrm>
            <a:off x="1222310" y="368300"/>
            <a:ext cx="5761038" cy="922337"/>
          </a:xfrm>
        </p:spPr>
        <p:txBody>
          <a:bodyPr>
            <a:normAutofit/>
          </a:bodyPr>
          <a:lstStyle/>
          <a:p>
            <a:r>
              <a:rPr lang="en-GB" sz="3600" dirty="0">
                <a:latin typeface="Montserrat Black" panose="00000A00000000000000" pitchFamily="2" charset="0"/>
              </a:rPr>
              <a:t>Course topics </a:t>
            </a:r>
          </a:p>
        </p:txBody>
      </p:sp>
      <p:graphicFrame>
        <p:nvGraphicFramePr>
          <p:cNvPr id="2" name="Diagram 1">
            <a:extLst>
              <a:ext uri="{FF2B5EF4-FFF2-40B4-BE49-F238E27FC236}">
                <a16:creationId xmlns:a16="http://schemas.microsoft.com/office/drawing/2014/main" id="{5C12015D-1394-3059-9FE8-6C8E6B28B728}"/>
              </a:ext>
            </a:extLst>
          </p:cNvPr>
          <p:cNvGraphicFramePr/>
          <p:nvPr>
            <p:extLst>
              <p:ext uri="{D42A27DB-BD31-4B8C-83A1-F6EECF244321}">
                <p14:modId xmlns:p14="http://schemas.microsoft.com/office/powerpoint/2010/main" val="2805614416"/>
              </p:ext>
            </p:extLst>
          </p:nvPr>
        </p:nvGraphicFramePr>
        <p:xfrm>
          <a:off x="1956832" y="1425853"/>
          <a:ext cx="8805862" cy="4406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6EA995EB-9862-1092-A4CB-C703424FD727}"/>
              </a:ext>
            </a:extLst>
          </p:cNvPr>
          <p:cNvSpPr>
            <a:spLocks noGrp="1"/>
          </p:cNvSpPr>
          <p:nvPr>
            <p:ph type="sldNum" sz="quarter" idx="4"/>
          </p:nvPr>
        </p:nvSpPr>
        <p:spPr/>
        <p:txBody>
          <a:bodyPr/>
          <a:lstStyle/>
          <a:p>
            <a:fld id="{EF892D59-8F09-EF4B-AD6D-DA609442F868}" type="slidenum">
              <a:rPr lang="en-GB" smtClean="0"/>
              <a:pPr/>
              <a:t>24</a:t>
            </a:fld>
            <a:endParaRPr lang="en-GB"/>
          </a:p>
        </p:txBody>
      </p:sp>
    </p:spTree>
    <p:extLst>
      <p:ext uri="{BB962C8B-B14F-4D97-AF65-F5344CB8AC3E}">
        <p14:creationId xmlns:p14="http://schemas.microsoft.com/office/powerpoint/2010/main" val="3153259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GB" dirty="0"/>
              <a:t>What Are You going  to…</a:t>
            </a:r>
          </a:p>
        </p:txBody>
      </p:sp>
      <p:pic>
        <p:nvPicPr>
          <p:cNvPr id="4" name="Picture 3" descr="Traffic Light PNG Transparent Images | PNG All"/>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989055" y="795646"/>
            <a:ext cx="2413401" cy="5462475"/>
          </a:xfrm>
          <a:prstGeom prst="rect">
            <a:avLst/>
          </a:prstGeom>
        </p:spPr>
      </p:pic>
      <p:sp>
        <p:nvSpPr>
          <p:cNvPr id="2" name="TextBox 1"/>
          <p:cNvSpPr txBox="1"/>
          <p:nvPr/>
        </p:nvSpPr>
        <p:spPr>
          <a:xfrm>
            <a:off x="7835577" y="1349985"/>
            <a:ext cx="3133344" cy="830997"/>
          </a:xfrm>
          <a:prstGeom prst="rect">
            <a:avLst/>
          </a:prstGeom>
          <a:noFill/>
        </p:spPr>
        <p:txBody>
          <a:bodyPr wrap="square" rtlCol="0">
            <a:spAutoFit/>
          </a:bodyPr>
          <a:lstStyle/>
          <a:p>
            <a:r>
              <a:rPr lang="en-GB" sz="4800" dirty="0">
                <a:latin typeface="Montserrat Black" panose="00000A00000000000000" pitchFamily="2" charset="0"/>
              </a:rPr>
              <a:t>...Stop?</a:t>
            </a:r>
            <a:r>
              <a:rPr lang="en-GB" dirty="0">
                <a:latin typeface="Montserrat Black" panose="00000A00000000000000" pitchFamily="2" charset="0"/>
              </a:rPr>
              <a:t> </a:t>
            </a:r>
          </a:p>
        </p:txBody>
      </p:sp>
      <p:sp>
        <p:nvSpPr>
          <p:cNvPr id="6" name="TextBox 5"/>
          <p:cNvSpPr txBox="1"/>
          <p:nvPr/>
        </p:nvSpPr>
        <p:spPr>
          <a:xfrm>
            <a:off x="7569200" y="2914795"/>
            <a:ext cx="4200514" cy="830997"/>
          </a:xfrm>
          <a:prstGeom prst="rect">
            <a:avLst/>
          </a:prstGeom>
          <a:noFill/>
        </p:spPr>
        <p:txBody>
          <a:bodyPr wrap="square" rtlCol="0">
            <a:spAutoFit/>
          </a:bodyPr>
          <a:lstStyle/>
          <a:p>
            <a:r>
              <a:rPr lang="en-GB" sz="4800" dirty="0">
                <a:latin typeface="Montserrat Black" panose="00000A00000000000000" pitchFamily="2" charset="0"/>
              </a:rPr>
              <a:t>...Continue? </a:t>
            </a:r>
            <a:endParaRPr lang="en-GB" dirty="0">
              <a:latin typeface="Montserrat Black" panose="00000A00000000000000" pitchFamily="2" charset="0"/>
            </a:endParaRPr>
          </a:p>
        </p:txBody>
      </p:sp>
      <p:sp>
        <p:nvSpPr>
          <p:cNvPr id="9" name="TextBox 8"/>
          <p:cNvSpPr txBox="1"/>
          <p:nvPr/>
        </p:nvSpPr>
        <p:spPr>
          <a:xfrm>
            <a:off x="7721970" y="4479607"/>
            <a:ext cx="3133344" cy="830997"/>
          </a:xfrm>
          <a:prstGeom prst="rect">
            <a:avLst/>
          </a:prstGeom>
          <a:noFill/>
        </p:spPr>
        <p:txBody>
          <a:bodyPr wrap="square" rtlCol="0">
            <a:spAutoFit/>
          </a:bodyPr>
          <a:lstStyle/>
          <a:p>
            <a:r>
              <a:rPr lang="en-GB" sz="4800" dirty="0">
                <a:latin typeface="Montserrat Black" panose="00000A00000000000000" pitchFamily="2" charset="0"/>
              </a:rPr>
              <a:t>...Start?</a:t>
            </a:r>
            <a:r>
              <a:rPr lang="en-GB" dirty="0">
                <a:latin typeface="Montserrat Black" panose="00000A00000000000000" pitchFamily="2" charset="0"/>
              </a:rPr>
              <a:t> </a:t>
            </a:r>
          </a:p>
        </p:txBody>
      </p:sp>
      <p:sp>
        <p:nvSpPr>
          <p:cNvPr id="5" name="Slide Number Placeholder 4">
            <a:extLst>
              <a:ext uri="{FF2B5EF4-FFF2-40B4-BE49-F238E27FC236}">
                <a16:creationId xmlns:a16="http://schemas.microsoft.com/office/drawing/2014/main" id="{4ADDCEF8-D948-A806-2707-35E03BD67111}"/>
              </a:ext>
            </a:extLst>
          </p:cNvPr>
          <p:cNvSpPr>
            <a:spLocks noGrp="1"/>
          </p:cNvSpPr>
          <p:nvPr>
            <p:ph type="sldNum" sz="quarter" idx="4"/>
          </p:nvPr>
        </p:nvSpPr>
        <p:spPr/>
        <p:txBody>
          <a:bodyPr/>
          <a:lstStyle/>
          <a:p>
            <a:fld id="{EF892D59-8F09-EF4B-AD6D-DA609442F868}" type="slidenum">
              <a:rPr lang="en-GB" smtClean="0"/>
              <a:pPr/>
              <a:t>25</a:t>
            </a:fld>
            <a:endParaRPr lang="en-GB"/>
          </a:p>
        </p:txBody>
      </p:sp>
    </p:spTree>
    <p:extLst>
      <p:ext uri="{BB962C8B-B14F-4D97-AF65-F5344CB8AC3E}">
        <p14:creationId xmlns:p14="http://schemas.microsoft.com/office/powerpoint/2010/main" val="2778198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64464" y="2575562"/>
            <a:ext cx="5627171" cy="2277604"/>
          </a:xfrm>
        </p:spPr>
        <p:txBody>
          <a:bodyPr/>
          <a:lstStyle/>
          <a:p>
            <a:r>
              <a:rPr lang="en-GB" sz="4400" dirty="0">
                <a:latin typeface="Montserrat Black" panose="00000A00000000000000" pitchFamily="2" charset="0"/>
              </a:rPr>
              <a:t>Congratulations  and thank you! </a:t>
            </a:r>
          </a:p>
        </p:txBody>
      </p:sp>
      <p:sp>
        <p:nvSpPr>
          <p:cNvPr id="6" name="Content Placeholder 5"/>
          <p:cNvSpPr>
            <a:spLocks noGrp="1"/>
          </p:cNvSpPr>
          <p:nvPr>
            <p:ph type="body" sz="quarter" idx="4294967295"/>
          </p:nvPr>
        </p:nvSpPr>
        <p:spPr>
          <a:xfrm>
            <a:off x="436880" y="5416868"/>
            <a:ext cx="8300720" cy="685800"/>
          </a:xfrm>
          <a:prstGeom prst="rect">
            <a:avLst/>
          </a:prstGeom>
        </p:spPr>
        <p:txBody>
          <a:bodyPr>
            <a:noAutofit/>
          </a:bodyPr>
          <a:lstStyle/>
          <a:p>
            <a:pPr marL="0" indent="0">
              <a:lnSpc>
                <a:spcPct val="100000"/>
              </a:lnSpc>
              <a:spcBef>
                <a:spcPts val="0"/>
              </a:spcBef>
              <a:buNone/>
            </a:pPr>
            <a:r>
              <a:rPr lang="en-GB" dirty="0">
                <a:solidFill>
                  <a:schemeClr val="bg1"/>
                </a:solidFill>
              </a:rPr>
              <a:t>You will receive your course attendance certificate via email. </a:t>
            </a:r>
          </a:p>
        </p:txBody>
      </p:sp>
      <p:pic>
        <p:nvPicPr>
          <p:cNvPr id="2" name="Picture 1"/>
          <p:cNvPicPr>
            <a:picLocks noChangeAspect="1"/>
          </p:cNvPicPr>
          <p:nvPr/>
        </p:nvPicPr>
        <p:blipFill>
          <a:blip r:embed="rId2">
            <a:duotone>
              <a:prstClr val="black"/>
              <a:schemeClr val="tx2">
                <a:lumMod val="75000"/>
                <a:tint val="45000"/>
                <a:satMod val="400000"/>
              </a:schemeClr>
            </a:duotone>
          </a:blip>
          <a:stretch>
            <a:fillRect/>
          </a:stretch>
        </p:blipFill>
        <p:spPr>
          <a:xfrm rot="20415299">
            <a:off x="9999436" y="4146134"/>
            <a:ext cx="1750125" cy="2255717"/>
          </a:xfrm>
          <a:prstGeom prst="rect">
            <a:avLst/>
          </a:prstGeom>
        </p:spPr>
      </p:pic>
    </p:spTree>
    <p:extLst>
      <p:ext uri="{BB962C8B-B14F-4D97-AF65-F5344CB8AC3E}">
        <p14:creationId xmlns:p14="http://schemas.microsoft.com/office/powerpoint/2010/main" val="544161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4683EE2-5563-771F-27EB-81C251B10131}"/>
              </a:ext>
            </a:extLst>
          </p:cNvPr>
          <p:cNvSpPr>
            <a:spLocks noGrp="1"/>
          </p:cNvSpPr>
          <p:nvPr>
            <p:ph type="sldNum" sz="quarter" idx="4"/>
          </p:nvPr>
        </p:nvSpPr>
        <p:spPr/>
        <p:txBody>
          <a:bodyPr/>
          <a:lstStyle/>
          <a:p>
            <a:fld id="{EF892D59-8F09-EF4B-AD6D-DA609442F868}" type="slidenum">
              <a:rPr lang="en-GB" smtClean="0"/>
              <a:pPr/>
              <a:t>27</a:t>
            </a:fld>
            <a:endParaRPr lang="en-GB"/>
          </a:p>
        </p:txBody>
      </p:sp>
      <p:sp>
        <p:nvSpPr>
          <p:cNvPr id="4" name="Text Placeholder 3"/>
          <p:cNvSpPr>
            <a:spLocks noGrp="1"/>
          </p:cNvSpPr>
          <p:nvPr>
            <p:ph type="body" sz="quarter" idx="4294967295"/>
          </p:nvPr>
        </p:nvSpPr>
        <p:spPr>
          <a:xfrm>
            <a:off x="4710301" y="3540919"/>
            <a:ext cx="5803900" cy="1020762"/>
          </a:xfrm>
        </p:spPr>
        <p:txBody>
          <a:bodyPr>
            <a:normAutofit/>
          </a:bodyPr>
          <a:lstStyle/>
          <a:p>
            <a:r>
              <a:rPr lang="en-GB" sz="3200" b="1" dirty="0"/>
              <a:t>Click FILE &gt;</a:t>
            </a:r>
            <a:br>
              <a:rPr lang="en-GB" sz="3200" dirty="0"/>
            </a:br>
            <a:r>
              <a:rPr lang="en-GB" sz="3200" dirty="0"/>
              <a:t>Leave Training Session</a:t>
            </a:r>
          </a:p>
        </p:txBody>
      </p:sp>
      <p:sp>
        <p:nvSpPr>
          <p:cNvPr id="2" name="Title 1"/>
          <p:cNvSpPr>
            <a:spLocks noGrp="1"/>
          </p:cNvSpPr>
          <p:nvPr>
            <p:ph type="title" idx="4294967295"/>
          </p:nvPr>
        </p:nvSpPr>
        <p:spPr>
          <a:xfrm>
            <a:off x="2748151" y="2054473"/>
            <a:ext cx="7766050" cy="1019175"/>
          </a:xfrm>
        </p:spPr>
        <p:txBody>
          <a:bodyPr/>
          <a:lstStyle/>
          <a:p>
            <a:r>
              <a:rPr lang="en-GB" sz="4400" dirty="0"/>
              <a:t>Leaving the session?</a:t>
            </a:r>
            <a:br>
              <a:rPr lang="en-GB" dirty="0"/>
            </a:br>
            <a:endParaRPr lang="en-GB" sz="2000" cap="none" dirty="0"/>
          </a:p>
        </p:txBody>
      </p:sp>
      <p:sp>
        <p:nvSpPr>
          <p:cNvPr id="3" name="Oval 2"/>
          <p:cNvSpPr/>
          <p:nvPr/>
        </p:nvSpPr>
        <p:spPr>
          <a:xfrm>
            <a:off x="2967644" y="3377374"/>
            <a:ext cx="1223160" cy="12231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p:cNvPicPr>
            <a:picLocks noChangeAspect="1"/>
          </p:cNvPicPr>
          <p:nvPr/>
        </p:nvPicPr>
        <p:blipFill>
          <a:blip r:embed="rId3"/>
          <a:stretch>
            <a:fillRect/>
          </a:stretch>
        </p:blipFill>
        <p:spPr>
          <a:xfrm>
            <a:off x="3353936" y="3361183"/>
            <a:ext cx="504358" cy="1138408"/>
          </a:xfrm>
          <a:prstGeom prst="rect">
            <a:avLst/>
          </a:prstGeom>
        </p:spPr>
      </p:pic>
    </p:spTree>
    <p:extLst>
      <p:ext uri="{BB962C8B-B14F-4D97-AF65-F5344CB8AC3E}">
        <p14:creationId xmlns:p14="http://schemas.microsoft.com/office/powerpoint/2010/main" val="3069598787"/>
      </p:ext>
    </p:extLst>
  </p:cSld>
  <p:clrMapOvr>
    <a:masterClrMapping/>
  </p:clrMapOvr>
</p:sld>
</file>

<file path=ppt/theme/theme1.xml><?xml version="1.0" encoding="utf-8"?>
<a:theme xmlns:a="http://schemas.openxmlformats.org/drawingml/2006/main" name="Housekeeping">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A Colours &amp; Fonts" id="{C7B42BE3-00CE-4D5C-99BF-FC15B1737F68}" vid="{478C4F9F-930F-4067-9C45-4D02CFDA8825}"/>
    </a:ext>
  </a:extLst>
</a:theme>
</file>

<file path=ppt/theme/theme2.xml><?xml version="1.0" encoding="utf-8"?>
<a:theme xmlns:a="http://schemas.openxmlformats.org/drawingml/2006/main" name="Module">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urse Slides" id="{9F54BA7C-F712-45FB-95B1-9C67A946310D}" vid="{7DFA235A-0F5D-42DF-BC5E-11535C378036}"/>
    </a:ext>
  </a:extLst>
</a:theme>
</file>

<file path=ppt/theme/theme3.xml><?xml version="1.0" encoding="utf-8"?>
<a:theme xmlns:a="http://schemas.openxmlformats.org/drawingml/2006/main" name="Arrows &amp;&amp; Content">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urse Slides" id="{9F54BA7C-F712-45FB-95B1-9C67A946310D}" vid="{8C5917F4-0815-4FD7-9D52-FBC1A44338DF}"/>
    </a:ext>
  </a:extLst>
</a:theme>
</file>

<file path=ppt/theme/theme4.xml><?xml version="1.0" encoding="utf-8"?>
<a:theme xmlns:a="http://schemas.openxmlformats.org/drawingml/2006/main" name="Banner Title">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urse Slides" id="{9F54BA7C-F712-45FB-95B1-9C67A946310D}" vid="{7F17CEC2-CE00-454E-B461-BCBFAA20B818}"/>
    </a:ext>
  </a:extLst>
</a:theme>
</file>

<file path=ppt/theme/theme5.xml><?xml version="1.0" encoding="utf-8"?>
<a:theme xmlns:a="http://schemas.openxmlformats.org/drawingml/2006/main" name="Content">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urse Slides" id="{9F54BA7C-F712-45FB-95B1-9C67A946310D}" vid="{7F17CEC2-CE00-454E-B461-BCBFAA20B818}"/>
    </a:ext>
  </a:extLst>
</a:theme>
</file>

<file path=ppt/theme/theme6.xml><?xml version="1.0" encoding="utf-8"?>
<a:theme xmlns:a="http://schemas.openxmlformats.org/drawingml/2006/main" name="People">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urse Slides" id="{9F54BA7C-F712-45FB-95B1-9C67A946310D}" vid="{8C1DA01F-7950-40D1-AC09-F17426547464}"/>
    </a:ext>
  </a:extLst>
</a:theme>
</file>

<file path=ppt/theme/theme7.xml><?xml version="1.0" encoding="utf-8"?>
<a:theme xmlns:a="http://schemas.openxmlformats.org/drawingml/2006/main" name="Arrows">
  <a:themeElements>
    <a:clrScheme name="QA Branding">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ing">
      <a:majorFont>
        <a:latin typeface="Montserrat Black"/>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urse Slides" id="{9F54BA7C-F712-45FB-95B1-9C67A946310D}" vid="{5062A9C6-38ED-4758-A7CD-AB3B057B82E1}"/>
    </a:ext>
  </a:extLst>
</a:theme>
</file>

<file path=ppt/theme/theme8.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9.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10.xml><?xml version="1.0" encoding="utf-8"?>
<a:theme xmlns:a="http://schemas.openxmlformats.org/drawingml/2006/main" name="PowerPoint innit">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owerPoint innit" id="{FC740445-7AFD-4C9C-86E6-6164802044EC}" vid="{D44365B1-9612-4C7D-820D-C4FE7CAAA8F5}"/>
    </a:ext>
  </a:extLst>
</a:theme>
</file>

<file path=ppt/theme/theme11.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12.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13.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14.xml><?xml version="1.0" encoding="utf-8"?>
<a:theme xmlns:a="http://schemas.openxmlformats.org/drawingml/2006/main" name="1_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15.xml><?xml version="1.0" encoding="utf-8"?>
<a:theme xmlns:a="http://schemas.openxmlformats.org/drawingml/2006/main" name="PowerPoint innit">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owerPoint innit" id="{FC740445-7AFD-4C9C-86E6-6164802044EC}" vid="{D44365B1-9612-4C7D-820D-C4FE7CAAA8F5}"/>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Props1.xml><?xml version="1.0" encoding="utf-8"?>
<ds:datastoreItem xmlns:ds="http://schemas.openxmlformats.org/officeDocument/2006/customXml" ds:itemID="{D5AD329A-14D0-4195-A89F-11A53DA09859}">
  <ds:schemaRefs>
    <ds:schemaRef ds:uri="http://schemas.microsoft.com/sharepoint/v3/contenttype/forms"/>
  </ds:schemaRefs>
</ds:datastoreItem>
</file>

<file path=customXml/itemProps2.xml><?xml version="1.0" encoding="utf-8"?>
<ds:datastoreItem xmlns:ds="http://schemas.openxmlformats.org/officeDocument/2006/customXml" ds:itemID="{AB9DDF9C-36F6-4C1B-8A5A-4B0346BC62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29CCED-8CD8-4A44-B07D-577F1106DD11}">
  <ds:schemaRefs>
    <ds:schemaRef ds:uri="http://purl.org/dc/dcmitype/"/>
    <ds:schemaRef ds:uri="http://purl.org/dc/terms/"/>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9DE01EDC-DFE6-4934-BC57-7CA0A9752733"/>
    <ds:schemaRef ds:uri="http://schemas.microsoft.com/office/2006/metadata/properties"/>
    <ds:schemaRef ds:uri="http://www.w3.org/XML/1998/namespace"/>
    <ds:schemaRef ds:uri="9e706368-9a73-4dcc-9221-b8fc62424fbc"/>
    <ds:schemaRef ds:uri="eb7c3fc1-ccd5-477b-94a4-7b6dc96a8d59"/>
  </ds:schemaRefs>
</ds:datastoreItem>
</file>

<file path=docProps/app.xml><?xml version="1.0" encoding="utf-8"?>
<Properties xmlns="http://schemas.openxmlformats.org/officeDocument/2006/extended-properties" xmlns:vt="http://schemas.openxmlformats.org/officeDocument/2006/docPropsVTypes">
  <Template>QA Colours &amp; Fonts</Template>
  <TotalTime>1161</TotalTime>
  <Words>1579</Words>
  <Application>Microsoft Office PowerPoint</Application>
  <PresentationFormat>Widescreen</PresentationFormat>
  <Paragraphs>210</Paragraphs>
  <Slides>27</Slides>
  <Notes>17</Notes>
  <HiddenSlides>1</HiddenSlides>
  <MMClips>0</MMClips>
  <ScaleCrop>false</ScaleCrop>
  <HeadingPairs>
    <vt:vector size="6" baseType="variant">
      <vt:variant>
        <vt:lpstr>Fonts Used</vt:lpstr>
      </vt:variant>
      <vt:variant>
        <vt:i4>5</vt:i4>
      </vt:variant>
      <vt:variant>
        <vt:lpstr>Theme</vt:lpstr>
      </vt:variant>
      <vt:variant>
        <vt:i4>15</vt:i4>
      </vt:variant>
      <vt:variant>
        <vt:lpstr>Slide Titles</vt:lpstr>
      </vt:variant>
      <vt:variant>
        <vt:i4>27</vt:i4>
      </vt:variant>
    </vt:vector>
  </HeadingPairs>
  <TitlesOfParts>
    <vt:vector size="47" baseType="lpstr">
      <vt:lpstr>Arial</vt:lpstr>
      <vt:lpstr>Calibri</vt:lpstr>
      <vt:lpstr>Montserrat</vt:lpstr>
      <vt:lpstr>Montserrat Black</vt:lpstr>
      <vt:lpstr>Symbol</vt:lpstr>
      <vt:lpstr>Housekeeping</vt:lpstr>
      <vt:lpstr>Module</vt:lpstr>
      <vt:lpstr>Arrows &amp;&amp; Content</vt:lpstr>
      <vt:lpstr>Banner Title</vt:lpstr>
      <vt:lpstr>Content</vt:lpstr>
      <vt:lpstr>People</vt:lpstr>
      <vt:lpstr>Arrows</vt:lpstr>
      <vt:lpstr>Master_Neutral</vt:lpstr>
      <vt:lpstr>Master_Neutral</vt:lpstr>
      <vt:lpstr>PowerPoint innit</vt:lpstr>
      <vt:lpstr>Master_Red_and_Purple</vt:lpstr>
      <vt:lpstr>Master_Yellow_and_Orange</vt:lpstr>
      <vt:lpstr>Master_Blue</vt:lpstr>
      <vt:lpstr>1_Master_Neutral</vt:lpstr>
      <vt:lpstr>PowerPoint innit</vt:lpstr>
      <vt:lpstr>Welcome to: Service Management (Reporting)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Get Started…</vt:lpstr>
      <vt:lpstr>Module 1: What is Data visualisation?</vt:lpstr>
      <vt:lpstr>PowerPoint Presentation</vt:lpstr>
      <vt:lpstr>Module 2: Visualisation types</vt:lpstr>
      <vt:lpstr>PowerPoint Presentation</vt:lpstr>
      <vt:lpstr>Module 3: Decluttering visuals</vt:lpstr>
      <vt:lpstr>PowerPoint Presentation</vt:lpstr>
      <vt:lpstr>Module 4: Focus key point attention</vt:lpstr>
      <vt:lpstr>PowerPoint Presentation</vt:lpstr>
      <vt:lpstr>Module 5: Create a visual narrative</vt:lpstr>
      <vt:lpstr>PowerPoint Presentation</vt:lpstr>
      <vt:lpstr>Let’s review</vt:lpstr>
      <vt:lpstr>PowerPoint Presentation</vt:lpstr>
      <vt:lpstr>PowerPoint Presentation</vt:lpstr>
      <vt:lpstr>Congratulations  and thank you! </vt:lpstr>
      <vt:lpstr>Leaving the session? </vt:lpstr>
    </vt:vector>
  </TitlesOfParts>
  <Company>QA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Literacy Virtual Delivery Slides</dc:title>
  <dc:subject>Data Literacy Virtual Delivery Slides</dc:subject>
  <dc:creator>antony.marsh@qa.com</dc:creator>
  <cp:lastModifiedBy>Benfield, Clementine</cp:lastModifiedBy>
  <cp:revision>60</cp:revision>
  <dcterms:created xsi:type="dcterms:W3CDTF">2020-10-01T14:36:15Z</dcterms:created>
  <dcterms:modified xsi:type="dcterms:W3CDTF">2023-12-13T10:11:27Z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4</vt:lpwstr>
  </property>
  <property fmtid="{D5CDD505-2E9C-101B-9397-08002B2CF9AE}" pid="4" name="Version">
    <vt:r8>0.1</vt:r8>
  </property>
  <property fmtid="{D5CDD505-2E9C-101B-9397-08002B2CF9AE}" pid="5" name="Version Date">
    <vt:filetime>2023-01-04T10:00:00Z</vt:filetime>
  </property>
  <property fmtid="{D5CDD505-2E9C-101B-9397-08002B2CF9AE}" pid="6" name="Order">
    <vt:r8>27081000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y fmtid="{D5CDD505-2E9C-101B-9397-08002B2CF9AE}" pid="15" name="MediaServiceImageTags">
    <vt:lpwstr/>
  </property>
</Properties>
</file>